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1c47b6d04e4949" /><Relationship Type="http://schemas.openxmlformats.org/officeDocument/2006/relationships/extended-properties" Target="/docProps/app.xml" Id="R1d9b4a89c9264bcc" /><Relationship Type="http://schemas.openxmlformats.org/officeDocument/2006/relationships/officeDocument" Target="/ppt/presentation.xml" Id="R3df510983ee44f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ef244c81174c59"/>
  </p:sldMasterIdLst>
  <p:notesMasterIdLst>
    <p:notesMasterId xmlns:r="http://schemas.openxmlformats.org/officeDocument/2006/relationships" r:id="Racd5563d081441ef"/>
  </p:notesMasterIdLst>
  <p:sldIdLst>
    <p:sldId xmlns:r="http://schemas.openxmlformats.org/officeDocument/2006/relationships" id="256" r:id="Rc9c6a95be8ce4df4"/>
    <p:sldId xmlns:r="http://schemas.openxmlformats.org/officeDocument/2006/relationships" id="257" r:id="Raa3a1279b46e4ad4"/>
    <p:sldId xmlns:r="http://schemas.openxmlformats.org/officeDocument/2006/relationships" id="258" r:id="Rce55d14634234a2e"/>
    <p:sldId xmlns:r="http://schemas.openxmlformats.org/officeDocument/2006/relationships" id="259" r:id="Rf9312d9f4fed4d1c"/>
    <p:sldId xmlns:r="http://schemas.openxmlformats.org/officeDocument/2006/relationships" id="260" r:id="Rc4f55bd5e4414dd9"/>
    <p:sldId xmlns:r="http://schemas.openxmlformats.org/officeDocument/2006/relationships" id="261" r:id="R10cd840c67c64b5d"/>
    <p:sldId xmlns:r="http://schemas.openxmlformats.org/officeDocument/2006/relationships" id="262" r:id="R80bdff8ea97a455b"/>
    <p:sldId xmlns:r="http://schemas.openxmlformats.org/officeDocument/2006/relationships" id="263" r:id="Ra0fb808ce0c34a07"/>
    <p:sldId xmlns:r="http://schemas.openxmlformats.org/officeDocument/2006/relationships" id="264" r:id="Rfe4bb11541254251"/>
    <p:sldId xmlns:r="http://schemas.openxmlformats.org/officeDocument/2006/relationships" id="265" r:id="Rd6d4b824fa3c49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8f00088122435a" /><Relationship Type="http://schemas.openxmlformats.org/officeDocument/2006/relationships/slideMaster" Target="/ppt/slideMasters/slideMaster1.xml" Id="R4bef244c81174c59" /><Relationship Type="http://schemas.openxmlformats.org/officeDocument/2006/relationships/notesMaster" Target="/ppt/notesMasters/notesMaster1.xml" Id="Racd5563d081441ef" /><Relationship Type="http://schemas.openxmlformats.org/officeDocument/2006/relationships/presProps" Target="/ppt/presProps.xml" Id="R0dff3b662eec43f0" /><Relationship Type="http://schemas.openxmlformats.org/officeDocument/2006/relationships/tableStyles" Target="/ppt/tableStyles.xml" Id="R250545561b3f4014" /><Relationship Type="http://schemas.openxmlformats.org/officeDocument/2006/relationships/slide" Target="/ppt/slides/slide1.xml" Id="Rc9c6a95be8ce4df4" /><Relationship Type="http://schemas.openxmlformats.org/officeDocument/2006/relationships/slide" Target="/ppt/slides/slide2.xml" Id="Raa3a1279b46e4ad4" /><Relationship Type="http://schemas.openxmlformats.org/officeDocument/2006/relationships/slide" Target="/ppt/slides/slide3.xml" Id="Rce55d14634234a2e" /><Relationship Type="http://schemas.openxmlformats.org/officeDocument/2006/relationships/slide" Target="/ppt/slides/slide4.xml" Id="Rf9312d9f4fed4d1c" /><Relationship Type="http://schemas.openxmlformats.org/officeDocument/2006/relationships/slide" Target="/ppt/slides/slide5.xml" Id="Rc4f55bd5e4414dd9" /><Relationship Type="http://schemas.openxmlformats.org/officeDocument/2006/relationships/slide" Target="/ppt/slides/slide6.xml" Id="R10cd840c67c64b5d" /><Relationship Type="http://schemas.openxmlformats.org/officeDocument/2006/relationships/slide" Target="/ppt/slides/slide7.xml" Id="R80bdff8ea97a455b" /><Relationship Type="http://schemas.openxmlformats.org/officeDocument/2006/relationships/slide" Target="/ppt/slides/slide8.xml" Id="Ra0fb808ce0c34a07" /><Relationship Type="http://schemas.openxmlformats.org/officeDocument/2006/relationships/slide" Target="/ppt/slides/slide9.xml" Id="Rfe4bb11541254251" /><Relationship Type="http://schemas.openxmlformats.org/officeDocument/2006/relationships/slide" Target="/ppt/slides/slide10.xml" Id="Rd6d4b824fa3c49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07ebe0f6c04d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1d983fabca427b" /><Relationship Type="http://schemas.openxmlformats.org/officeDocument/2006/relationships/notesMaster" Target="/ppt/notesMasters/notesMaster1.xml" Id="R1890aa2dfa5d4e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177c4fd8c5421c" /><Relationship Type="http://schemas.openxmlformats.org/officeDocument/2006/relationships/notesMaster" Target="/ppt/notesMasters/notesMaster1.xml" Id="R4d0bc9ac06cd49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bb19c1a59945fb" /><Relationship Type="http://schemas.openxmlformats.org/officeDocument/2006/relationships/notesMaster" Target="/ppt/notesMasters/notesMaster1.xml" Id="Raf4a0b72d31048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ec8bed01244697" /><Relationship Type="http://schemas.openxmlformats.org/officeDocument/2006/relationships/notesMaster" Target="/ppt/notesMasters/notesMaster1.xml" Id="R6781dc5cfc2448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13369f42e44aa3" /><Relationship Type="http://schemas.openxmlformats.org/officeDocument/2006/relationships/notesMaster" Target="/ppt/notesMasters/notesMaster1.xml" Id="R368d7a92875342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3b86f33ca3452b" /><Relationship Type="http://schemas.openxmlformats.org/officeDocument/2006/relationships/notesMaster" Target="/ppt/notesMasters/notesMaster1.xml" Id="R8d8e3981845449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461f655966458e" /><Relationship Type="http://schemas.openxmlformats.org/officeDocument/2006/relationships/notesMaster" Target="/ppt/notesMasters/notesMaster1.xml" Id="R6a7510d3edf54d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e4db0a2ae54e83" /><Relationship Type="http://schemas.openxmlformats.org/officeDocument/2006/relationships/notesMaster" Target="/ppt/notesMasters/notesMaster1.xml" Id="R34f5d759dcba48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8c7fc2287a49b7" /><Relationship Type="http://schemas.openxmlformats.org/officeDocument/2006/relationships/notesMaster" Target="/ppt/notesMasters/notesMaster1.xml" Id="R19a60a2de2c846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06cc87de2a4328" /><Relationship Type="http://schemas.openxmlformats.org/officeDocument/2006/relationships/notesMaster" Target="/ppt/notesMasters/notesMaster1.xml" Id="Ra96ae5c14fc244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Find parts using percent benchmarks. Standard: NC.6.RP.4.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Think of percent as parts per hundred. Build useful amounts from 10%, 25%, or 50%, then check against the whole.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20% = 20/100. 40 × 20/100 = 8. For example, 10% of 40 is 4; combine convenient benchmark parts.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20% = 20/100. 80 × 20/100 = 16. For example, 10% of 80 is 8; combine convenient benchmark parts.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50% = 50/100. 60 × 50/100 = 30. For example, 10% of 60 is 6; combine convenient benchmark parts.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50% = 50/100. 160 × 50/100 = 80. For example, 10% of 160 is 16; combine convenient benchmark parts.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30% = 30/100. 40 × 30/100 = 12. For example, 10% of 40 is 4; combine convenient benchmark parts.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75% = 75/100. 120 × 75/100 = 90. For example, 10% of 120 is 12; combine convenient benchmark parts.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20% = 20/100. 80 × 20/100 = 16. For example, 10% of 80 is 8; combine convenient benchmark parts.</a:t>
            </a:r>
          </a:p>
          <a:p xmlns:a="http://schemas.openxmlformats.org/drawingml/2006/main">
            <a:r>
              <a:t>2. 50% = 50/100. 60 × 50/100 = 30. For example, 10% of 60 is 6; combine convenient benchmark parts.</a:t>
            </a:r>
          </a:p>
          <a:p xmlns:a="http://schemas.openxmlformats.org/drawingml/2006/main">
            <a:r>
              <a:t>3. 50% = 50/100. 160 × 50/100 = 80. For example, 10% of 160 is 16; combine convenient benchmark parts.</a:t>
            </a:r>
          </a:p>
          <a:p xmlns:a="http://schemas.openxmlformats.org/drawingml/2006/main">
            <a:r>
              <a:t>4. 30% = 30/100. 40 × 30/100 = 12. For example, 10% of 40 is 4; combine convenient benchmark parts.</a:t>
            </a:r>
          </a:p>
          <a:p xmlns:a="http://schemas.openxmlformats.org/drawingml/2006/main">
            <a:r>
              <a:t>Exit: 75% = 75/100. 120 × 75/100 = 90. For example, 10% of 120 is 12; combine convenient benchmark parts.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5af85943df43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02ebbb80ff44f0" /><Relationship Type="http://schemas.openxmlformats.org/officeDocument/2006/relationships/slideLayout" Target="/ppt/slideLayouts/slideLayout1.xml" Id="R06cf94ddaa7545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cf94ddaa7545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2790e20714a37" /><Relationship Type="http://schemas.openxmlformats.org/officeDocument/2006/relationships/image" Target="/ppt/media/image.png" Id="R42cd196508b24967" /><Relationship Type="http://schemas.openxmlformats.org/officeDocument/2006/relationships/image" Target="/ppt/media/image2.png" Id="Rf90d058f9ddb4642" /><Relationship Type="http://schemas.openxmlformats.org/officeDocument/2006/relationships/notesSlide" Target="/ppt/notesSlides/notesSlide1.xml" Id="R1ddcaed41a2542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7d9fadd384351" /><Relationship Type="http://schemas.openxmlformats.org/officeDocument/2006/relationships/image" Target="/ppt/media/image3.png" Id="R660bf6ec47774fd0" /><Relationship Type="http://schemas.openxmlformats.org/officeDocument/2006/relationships/notesSlide" Target="/ppt/notesSlides/notesSlide2.xml" Id="R7183b0aaacbf4e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ac9ec4d1e4f04" /><Relationship Type="http://schemas.openxmlformats.org/officeDocument/2006/relationships/image" Target="/ppt/media/image4.png" Id="Rc505211cb9a84717" /><Relationship Type="http://schemas.openxmlformats.org/officeDocument/2006/relationships/notesSlide" Target="/ppt/notesSlides/notesSlide3.xml" Id="R62833e22f4cb46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f2e06966a42a4" /><Relationship Type="http://schemas.openxmlformats.org/officeDocument/2006/relationships/image" Target="/ppt/media/image5.png" Id="Rea06cd0956e54c66" /><Relationship Type="http://schemas.openxmlformats.org/officeDocument/2006/relationships/notesSlide" Target="/ppt/notesSlides/notesSlide4.xml" Id="R56b18862dcd14f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fbde4f1eb4aac" /><Relationship Type="http://schemas.openxmlformats.org/officeDocument/2006/relationships/image" Target="/ppt/media/image6.png" Id="Re47723f19164497a" /><Relationship Type="http://schemas.openxmlformats.org/officeDocument/2006/relationships/notesSlide" Target="/ppt/notesSlides/notesSlide5.xml" Id="Rcc07db5c9e9544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06cb7c8754ca0" /><Relationship Type="http://schemas.openxmlformats.org/officeDocument/2006/relationships/image" Target="/ppt/media/image7.png" Id="Rb9de67272fc14fec" /><Relationship Type="http://schemas.openxmlformats.org/officeDocument/2006/relationships/notesSlide" Target="/ppt/notesSlides/notesSlide6.xml" Id="Rcf313292fe474a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477760e04483e" /><Relationship Type="http://schemas.openxmlformats.org/officeDocument/2006/relationships/image" Target="/ppt/media/image8.png" Id="Rd207343f61354204" /><Relationship Type="http://schemas.openxmlformats.org/officeDocument/2006/relationships/notesSlide" Target="/ppt/notesSlides/notesSlide7.xml" Id="Re2d0899938f84b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4e5e946d245cf" /><Relationship Type="http://schemas.openxmlformats.org/officeDocument/2006/relationships/image" Target="/ppt/media/image9.png" Id="R0bf172fbbf894951" /><Relationship Type="http://schemas.openxmlformats.org/officeDocument/2006/relationships/notesSlide" Target="/ppt/notesSlides/notesSlide8.xml" Id="Rd1093b349c7f4f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494ad458e41cc" /><Relationship Type="http://schemas.openxmlformats.org/officeDocument/2006/relationships/image" Target="/ppt/media/image10.png" Id="R1e0dd6c2e7c8406c" /><Relationship Type="http://schemas.openxmlformats.org/officeDocument/2006/relationships/notesSlide" Target="/ppt/notesSlides/notesSlide9.xml" Id="R767a24c053764e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ac8246fa447e9" /><Relationship Type="http://schemas.openxmlformats.org/officeDocument/2006/relationships/image" Target="/ppt/media/image11.png" Id="R8a2cdbe4bd6a4d11" /><Relationship Type="http://schemas.openxmlformats.org/officeDocument/2006/relationships/notesSlide" Target="/ppt/notesSlides/notesSlide10.xml" Id="Rb8f81191cb3b48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44F6C-187A-4A06-BFAD-5071CDE8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DBB1E-1B64-429C-8ACA-105E7FD1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Percent Benchmarks in Action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d196508b2496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6730F-CADA-430A-96B0-3645DEF5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878ED-A499-49AF-A9B0-E1109252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d058f9ddb4642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58BEB-1C2B-4433-99BD-48D4258C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6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NC.6.RP.4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49492-799C-4EB6-84C0-BB18AC77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parts using percent benchmarks.</a:t>
            </a:r>
          </a:p>
        </p:txBody>
      </p:sp>
    </p:spTree>
    <p:extLst>
      <p:ext uri="{BB962C8B-B14F-4D97-AF65-F5344CB8AC3E}">
        <p14:creationId xmlns:p14="http://schemas.microsoft.com/office/powerpoint/2010/main" val="11321005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00E46-F127-4757-BF64-86AFFFDA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15785-4228-4A76-80F3-EB0A5A16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bf6ec47774fd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18B56-32B0-4D32-8544-2785EF0F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B884E-6C83-4602-AE0E-7CF2B594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393AE-0529-42BD-8886-68F5BEC7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7412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6B62A-634F-4662-8237-51ED141A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A997E-D9E3-4E57-8B58-5CB4B245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5211cb9a8471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B18E6-54E5-44C4-A5E1-A3612D90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F7910-CEF0-46DA-9DAE-0B578A31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EB86E-9FAC-48D6-A1D8-814B746A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Of 60 supplies, 75% are set aside for a class project. How many are set aside? Show a benchmark-percent strategy.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D6834-1C87-4DD9-9417-3530B0E6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75% = 75/100. 60 × 75/100 = 45. For example, 10% of 60 is 6; combine convenient benchmark parts.</a:t>
            </a:r>
          </a:p>
        </p:txBody>
      </p:sp>
    </p:spTree>
    <p:extLst>
      <p:ext uri="{BB962C8B-B14F-4D97-AF65-F5344CB8AC3E}">
        <p14:creationId xmlns:p14="http://schemas.microsoft.com/office/powerpoint/2010/main" val="247996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71F80-2D31-43FD-84F5-23979A9E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D943F-A294-43F7-B36B-44046823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6cd0956e54c66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A94B0-5C07-4FAA-8B80-4EE4934B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132BD-47C1-40C8-92D2-61E1FEA3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E97B7-9FEC-4CF5-8DD8-4DD3BA08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Of 40 supplies, 20% are set aside for a class project. How many are set aside? Show a benchmark-percent strategy.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5A03A-3A9C-4538-8FF2-44F675FD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3621435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61269-D7D7-4069-BA45-DAC1CC71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279AE-437B-4F92-A5D8-58692A10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723f19164497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082A8-F7EA-49B7-B38D-46D25B4E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B139B-85A0-428A-91EC-AC9C7D4A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1EBE4-D06A-44FC-B8F4-9C700AB7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Of 80 supplies, 20% are set aside for a class project. How many are set aside? Show a benchmark-percent strategy.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EFCC8-8AA1-48D6-8B3C-3F5F6FD8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2921484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BD2F4-35B4-4BE1-A80E-646785E9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CA434-7106-417A-BE35-DCBE7D5D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e67272fc14fe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1B5A3-8D5F-4701-A31B-F1FC3CEB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51BC0-98BE-4A9D-8DC6-E07B6AE6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8A23B-23FB-4411-8809-77F951E6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Of 60 supplies, 50% are set aside for a class project. How many are set aside? Show a benchmark-percent strategy.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62A07-B0D2-4CC0-A177-C419B81D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944859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FDE35-8531-44AB-8CBF-C2F26AFE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D27A5-0E61-4358-B19E-8A2472E2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7343f61354204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4557D-9BEA-4B11-BD72-C1059C8C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96F37-5984-446A-979B-9F6D8F08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71797-18EC-4A8C-9F28-1D4A99C1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Of 160 supplies, 50% are set aside for a class project. How many are set aside? Show a benchmark-percent strategy.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9195F-2828-4CCC-A430-7D8C23A2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4459834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7BEAD-BF26-4B82-8A64-F333C9A0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A8383-6B8C-44F1-89D5-F6BF26FA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172fbbf89495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0C385-59D9-477B-A6B2-884471DF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C10E6-BCD3-4330-BEDA-F46A73ED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B2F56-485F-4995-BDB4-7030C7D4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Of 40 supplies, 30% are set aside for a class project. How many are set aside? Show a benchmark-percent strategy.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37A54-EB85-40BA-B2FE-17484509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5680011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27E1B-DDEF-4801-AC2A-379B491A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C4766-F509-4BE5-B080-E0B78836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dd6c2e7c8406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4F139-E348-42F0-A787-EADECC8B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4F18C-B0DB-4EFB-AC81-E2489650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C738C-C2EA-4C8C-888F-2C76E25C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Of 120 supplies, 75% are set aside for a class project. How many are set aside? Show a benchmark-percent strategy.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B6A48-DCB9-4562-BB75-B2DC6846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20419847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41E8C-18DE-4D33-91F6-143809E6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5B31F-4FE1-4535-9C56-08AD9C8A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cdbe4bd6a4d1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BC137-56D3-4A90-B529-5B7E5259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A9229-90DA-4B6A-AD32-C21660BB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45DE8-3C8F-4AC0-88B5-CABA6E87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9F62A-2D99-4D49-98CA-EF8AAAB1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945754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2026-09-15T01:32:12.2680000Z</dcterms:created>
  <dcterms:modified xsi:type="dcterms:W3CDTF">2026-09-15T01:32:12.2680000Z</dcterms:modified>
</coreProperties>
</file>