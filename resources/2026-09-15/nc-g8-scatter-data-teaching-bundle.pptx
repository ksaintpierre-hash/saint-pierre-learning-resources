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a6fe44e1e4e61" /><Relationship Type="http://schemas.openxmlformats.org/officeDocument/2006/relationships/extended-properties" Target="/docProps/app.xml" Id="R880b26e151934b99" /><Relationship Type="http://schemas.openxmlformats.org/officeDocument/2006/relationships/officeDocument" Target="/ppt/presentation.xml" Id="R90aa6303ddd3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76b8d4ab24062"/>
  </p:sldMasterIdLst>
  <p:notesMasterIdLst>
    <p:notesMasterId xmlns:r="http://schemas.openxmlformats.org/officeDocument/2006/relationships" r:id="Rb71297f243964f9f"/>
  </p:notesMasterIdLst>
  <p:sldIdLst>
    <p:sldId xmlns:r="http://schemas.openxmlformats.org/officeDocument/2006/relationships" id="256" r:id="Rc06971a64cfe49c7"/>
    <p:sldId xmlns:r="http://schemas.openxmlformats.org/officeDocument/2006/relationships" id="257" r:id="R62784f67ff9640b6"/>
    <p:sldId xmlns:r="http://schemas.openxmlformats.org/officeDocument/2006/relationships" id="258" r:id="Rb4cfff72c43444c7"/>
    <p:sldId xmlns:r="http://schemas.openxmlformats.org/officeDocument/2006/relationships" id="259" r:id="R24e3c7fc91f642a1"/>
    <p:sldId xmlns:r="http://schemas.openxmlformats.org/officeDocument/2006/relationships" id="260" r:id="R37edc34e32784282"/>
    <p:sldId xmlns:r="http://schemas.openxmlformats.org/officeDocument/2006/relationships" id="261" r:id="R861d6d2106e44fec"/>
    <p:sldId xmlns:r="http://schemas.openxmlformats.org/officeDocument/2006/relationships" id="262" r:id="Rca2a5ca91c7e493a"/>
    <p:sldId xmlns:r="http://schemas.openxmlformats.org/officeDocument/2006/relationships" id="263" r:id="Rab15cdb2694c41c3"/>
    <p:sldId xmlns:r="http://schemas.openxmlformats.org/officeDocument/2006/relationships" id="264" r:id="R39326cd766b741f9"/>
    <p:sldId xmlns:r="http://schemas.openxmlformats.org/officeDocument/2006/relationships" id="265" r:id="Rcc04b8fe06e740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915597ab249d1" /><Relationship Type="http://schemas.openxmlformats.org/officeDocument/2006/relationships/slideMaster" Target="/ppt/slideMasters/slideMaster1.xml" Id="R0e676b8d4ab24062" /><Relationship Type="http://schemas.openxmlformats.org/officeDocument/2006/relationships/notesMaster" Target="/ppt/notesMasters/notesMaster1.xml" Id="Rb71297f243964f9f" /><Relationship Type="http://schemas.openxmlformats.org/officeDocument/2006/relationships/presProps" Target="/ppt/presProps.xml" Id="R8022cf320e3d40bb" /><Relationship Type="http://schemas.openxmlformats.org/officeDocument/2006/relationships/tableStyles" Target="/ppt/tableStyles.xml" Id="Rf5c8e410d48a4c0d" /><Relationship Type="http://schemas.openxmlformats.org/officeDocument/2006/relationships/slide" Target="/ppt/slides/slide1.xml" Id="Rc06971a64cfe49c7" /><Relationship Type="http://schemas.openxmlformats.org/officeDocument/2006/relationships/slide" Target="/ppt/slides/slide2.xml" Id="R62784f67ff9640b6" /><Relationship Type="http://schemas.openxmlformats.org/officeDocument/2006/relationships/slide" Target="/ppt/slides/slide3.xml" Id="Rb4cfff72c43444c7" /><Relationship Type="http://schemas.openxmlformats.org/officeDocument/2006/relationships/slide" Target="/ppt/slides/slide4.xml" Id="R24e3c7fc91f642a1" /><Relationship Type="http://schemas.openxmlformats.org/officeDocument/2006/relationships/slide" Target="/ppt/slides/slide5.xml" Id="R37edc34e32784282" /><Relationship Type="http://schemas.openxmlformats.org/officeDocument/2006/relationships/slide" Target="/ppt/slides/slide6.xml" Id="R861d6d2106e44fec" /><Relationship Type="http://schemas.openxmlformats.org/officeDocument/2006/relationships/slide" Target="/ppt/slides/slide7.xml" Id="Rca2a5ca91c7e493a" /><Relationship Type="http://schemas.openxmlformats.org/officeDocument/2006/relationships/slide" Target="/ppt/slides/slide8.xml" Id="Rab15cdb2694c41c3" /><Relationship Type="http://schemas.openxmlformats.org/officeDocument/2006/relationships/slide" Target="/ppt/slides/slide9.xml" Id="R39326cd766b741f9" /><Relationship Type="http://schemas.openxmlformats.org/officeDocument/2006/relationships/slide" Target="/ppt/slides/slide10.xml" Id="Rcc04b8fe06e7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39a98129d4b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37e342e0fa4ea0" /><Relationship Type="http://schemas.openxmlformats.org/officeDocument/2006/relationships/notesMaster" Target="/ppt/notesMasters/notesMaster1.xml" Id="R500f4c69a3fa49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c397c69774212" /><Relationship Type="http://schemas.openxmlformats.org/officeDocument/2006/relationships/notesMaster" Target="/ppt/notesMasters/notesMaster1.xml" Id="Rac19ee3063134e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8ab8456f8482b" /><Relationship Type="http://schemas.openxmlformats.org/officeDocument/2006/relationships/notesMaster" Target="/ppt/notesMasters/notesMaster1.xml" Id="Ra9f80144cb5a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71b6561deb46d8" /><Relationship Type="http://schemas.openxmlformats.org/officeDocument/2006/relationships/notesMaster" Target="/ppt/notesMasters/notesMaster1.xml" Id="R0bdc552b98e4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8c92a9ce54bec" /><Relationship Type="http://schemas.openxmlformats.org/officeDocument/2006/relationships/notesMaster" Target="/ppt/notesMasters/notesMaster1.xml" Id="R1e8a29b06216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db90dc6eef456e" /><Relationship Type="http://schemas.openxmlformats.org/officeDocument/2006/relationships/notesMaster" Target="/ppt/notesMasters/notesMaster1.xml" Id="R7a3ad8ed6f40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20694a6034014" /><Relationship Type="http://schemas.openxmlformats.org/officeDocument/2006/relationships/notesMaster" Target="/ppt/notesMasters/notesMaster1.xml" Id="R000375c972fb42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7ee39aed6b43c6" /><Relationship Type="http://schemas.openxmlformats.org/officeDocument/2006/relationships/notesMaster" Target="/ppt/notesMasters/notesMaster1.xml" Id="R36c7b902b6ab4c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851a150f654258" /><Relationship Type="http://schemas.openxmlformats.org/officeDocument/2006/relationships/notesMaster" Target="/ppt/notesMasters/notesMaster1.xml" Id="R7d1ff8246cb849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8a8643d98d436b" /><Relationship Type="http://schemas.openxmlformats.org/officeDocument/2006/relationships/notesMaster" Target="/ppt/notesMasters/notesMaster1.xml" Id="R3221f746d43141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Represent and describe bivariate associations. Standard: NC.8.SP.1.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Plot one point for each pair. Describe direction, shape, and unusual points. Association alone does not establish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As x increases, y generally increases. Points follow an approximate line. Other factors or selection of participants could explain the relationship.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As x increases, y generally decreases. Points follow an approximate line. Other factors or selection of participants could explain the relationship.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As x increases, y generally increases. Points follow an approximate line. Other factors or selection of participants could explain the relationship.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As x increases, y generally decreases. Points follow an approximate line. Other factors or selection of participants could explain the relationship.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As x increases, y generally increases. Points follow an approximate line. Other factors or selection of participants could explain the relationship.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As x increases, y generally decreases. Points follow an approximate line. Other factors or selection of participants could explain the relationship.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As x increases, y generally decreases. Points follow an approximate line. Other factors or selection of participants could explain the relationship.</a:t>
            </a:r>
          </a:p>
          <a:p xmlns:a="http://schemas.openxmlformats.org/drawingml/2006/main">
            <a:r>
              <a:t>2. As x increases, y generally increases. Points follow an approximate line. Other factors or selection of participants could explain the relationship.</a:t>
            </a:r>
          </a:p>
          <a:p xmlns:a="http://schemas.openxmlformats.org/drawingml/2006/main">
            <a:r>
              <a:t>3. As x increases, y generally decreases. Points follow an approximate line. Other factors or selection of participants could explain the relationship.</a:t>
            </a:r>
          </a:p>
          <a:p xmlns:a="http://schemas.openxmlformats.org/drawingml/2006/main">
            <a:r>
              <a:t>4. As x increases, y generally increases. Points follow an approximate line. Other factors or selection of participants could explain the relationship.</a:t>
            </a:r>
          </a:p>
          <a:p xmlns:a="http://schemas.openxmlformats.org/drawingml/2006/main">
            <a:r>
              <a:t>Exit: As x increases, y generally decreases. Points follow an approximate line. Other factors or selection of participants could explain the relationship.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6ce2043574b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06173d61b43a3" /><Relationship Type="http://schemas.openxmlformats.org/officeDocument/2006/relationships/slideLayout" Target="/ppt/slideLayouts/slideLayout1.xml" Id="R755ba9dc518043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5ba9dc518043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4135a56cf4a59" /><Relationship Type="http://schemas.openxmlformats.org/officeDocument/2006/relationships/image" Target="/ppt/media/image.png" Id="R8aa7c9ca498d4cf9" /><Relationship Type="http://schemas.openxmlformats.org/officeDocument/2006/relationships/image" Target="/ppt/media/image2.png" Id="R3a0c736cb62443f5" /><Relationship Type="http://schemas.openxmlformats.org/officeDocument/2006/relationships/notesSlide" Target="/ppt/notesSlides/notesSlide1.xml" Id="R7aafce314d674c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e2c1da9834690" /><Relationship Type="http://schemas.openxmlformats.org/officeDocument/2006/relationships/image" Target="/ppt/media/image3.png" Id="R97a61a24669e4017" /><Relationship Type="http://schemas.openxmlformats.org/officeDocument/2006/relationships/notesSlide" Target="/ppt/notesSlides/notesSlide2.xml" Id="R832ddc15201b41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93b3d9bcd44fe" /><Relationship Type="http://schemas.openxmlformats.org/officeDocument/2006/relationships/image" Target="/ppt/media/image4.png" Id="Rb245acabfa094eb1" /><Relationship Type="http://schemas.openxmlformats.org/officeDocument/2006/relationships/notesSlide" Target="/ppt/notesSlides/notesSlide3.xml" Id="Raf2116cbc2b7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99e17f8e74b91" /><Relationship Type="http://schemas.openxmlformats.org/officeDocument/2006/relationships/image" Target="/ppt/media/image5.png" Id="R94728d3ca6c54b11" /><Relationship Type="http://schemas.openxmlformats.org/officeDocument/2006/relationships/notesSlide" Target="/ppt/notesSlides/notesSlide4.xml" Id="Rc77f67b2596f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520bd5314317" /><Relationship Type="http://schemas.openxmlformats.org/officeDocument/2006/relationships/image" Target="/ppt/media/image6.png" Id="Re2fddd16729a498d" /><Relationship Type="http://schemas.openxmlformats.org/officeDocument/2006/relationships/notesSlide" Target="/ppt/notesSlides/notesSlide5.xml" Id="R7c2a643703c040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8c7a9254d4318" /><Relationship Type="http://schemas.openxmlformats.org/officeDocument/2006/relationships/image" Target="/ppt/media/image7.png" Id="R4069564e378d4ef0" /><Relationship Type="http://schemas.openxmlformats.org/officeDocument/2006/relationships/notesSlide" Target="/ppt/notesSlides/notesSlide6.xml" Id="Rbaacdcacc05f4b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b2cd23cf649e8" /><Relationship Type="http://schemas.openxmlformats.org/officeDocument/2006/relationships/image" Target="/ppt/media/image8.png" Id="Rb97250f720d04ead" /><Relationship Type="http://schemas.openxmlformats.org/officeDocument/2006/relationships/notesSlide" Target="/ppt/notesSlides/notesSlide7.xml" Id="R95d2e72cd9d0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a667004214d29" /><Relationship Type="http://schemas.openxmlformats.org/officeDocument/2006/relationships/image" Target="/ppt/media/image9.png" Id="R0124aebf01974125" /><Relationship Type="http://schemas.openxmlformats.org/officeDocument/2006/relationships/notesSlide" Target="/ppt/notesSlides/notesSlide8.xml" Id="R003c80c0253b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66869724485e" /><Relationship Type="http://schemas.openxmlformats.org/officeDocument/2006/relationships/image" Target="/ppt/media/image10.png" Id="Rfb87b918a19e4372" /><Relationship Type="http://schemas.openxmlformats.org/officeDocument/2006/relationships/notesSlide" Target="/ppt/notesSlides/notesSlide9.xml" Id="R8f06b58fbeb74e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1a2fcd9349d5" /><Relationship Type="http://schemas.openxmlformats.org/officeDocument/2006/relationships/image" Target="/ppt/media/image11.png" Id="Rf0f5296b6ca1449d" /><Relationship Type="http://schemas.openxmlformats.org/officeDocument/2006/relationships/notesSlide" Target="/ppt/notesSlides/notesSlide10.xml" Id="Rff2f39c1b5c842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3A054-EB73-45AC-AB21-315D8EC3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FE423-838B-42F7-8DFF-3FFEE9A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Patterns in Paired Data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7c9ca498d4cf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CD7C-AB57-4456-B60F-17713F6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6C3F6-C980-4A35-BC7A-7C99164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c736cb62443f5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1C71C-B26C-4795-91C4-EE7B4061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8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NC.8.SP.1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022E6-438E-4690-B9AD-9443D9D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Represent and describe bivariate associations.</a:t>
            </a:r>
          </a:p>
        </p:txBody>
      </p:sp>
    </p:spTree>
    <p:extLst>
      <p:ext uri="{BB962C8B-B14F-4D97-AF65-F5344CB8AC3E}">
        <p14:creationId xmlns:p14="http://schemas.microsoft.com/office/powerpoint/2010/main" val="119690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636E-1395-4E81-BB91-B61854E0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3C297-4121-4C84-8CF0-C9B69C0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61a24669e401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0507-2B5D-43A5-AAC0-A7229F1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71249-E966-4A5D-B988-457511D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3F8D2-4E08-4B58-82C3-8C3DD638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943888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0B3CD-20FB-4BA3-8610-FECA087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50B51-D956-47FE-9FCC-6F76A8D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5acabfa094eb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0BE04-BA76-4348-B53E-9707F1C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51A37-1C86-4E5B-9F53-36F915C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D46C0-0657-4D6B-AE4E-2874258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18), (2, 15), (3, 14), (4, 11), (5, 10), (6, 7)].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1390B-268D-4789-9067-72212412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As x increases, y generally decreases. Points follow an approximate line. Other factors or selection of participants could explain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263748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DABDB-BC97-4C65-A670-A3F6964C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B4E7C-5A88-43E7-A5E6-46C930D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28d3ca6c54b1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FA28-2AFC-44E5-8BBA-E723872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EE4BD-5FF8-4119-B667-4410823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D2F9E-ED21-445C-B7DE-56AAB65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24), (2, 25), (3, 28), (4, 29), (5, 32), (6, 33)].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49457-8812-48DA-A838-1FFE195D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78371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47B85-AF7E-4FCD-899B-41E22A3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5E546-DE6C-466A-974E-FE45D86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ddd16729a498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77410-FFBE-439B-A845-A2E94FDF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CF55-DFD6-4698-B82E-24C289DA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B0850-EF66-4860-81BF-17870B4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14), (2, 11), (3, 10), (4, 7), (5, 6), (6, 3)].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6A942-A39C-44D8-B0FE-6161AFB7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53125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AFB5-E1EB-43C8-A865-B3CB0CC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54444-10F9-413F-9EBE-634665E5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564e378d4ef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83B9-6A3F-47BF-8753-2DDD83F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33975-66FB-4363-8355-8BB8CB29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12E88-806E-4E30-A532-C056C50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20), (2, 21), (3, 24), (4, 25), (5, 28), (6, 29)].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04A27-C2DE-447B-80CE-406DF312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70716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473B0-DF1B-4384-A8E4-ECADC6D6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8C7F7-0DD9-4A6F-9E03-AE981B57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250f720d04ea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394C6-17A1-481F-8668-2D7BF0D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F8FBD-97D8-4406-8037-313FEC66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7F73D-712B-455E-A6C6-135251D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18), (2, 15), (3, 14), (4, 11), (5, 10), (6, 7)].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632B6-B378-415F-8A88-AFF6C65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47274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3B313-E939-4951-9556-98D00C5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619A2-9863-453D-BD03-67AA519C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4aebf0197412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B93A8-A068-4E4D-BB46-47890B7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4AFD0-6F4F-4CB9-94A9-58C1D95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16FF-67C6-459E-B508-C24D5BB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19), (2, 20), (3, 23), (4, 24), (5, 27), (6, 28)].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8940C-32A0-4E37-854D-661D012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896357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5F3B4-CD30-47F5-9367-AD2762E7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3DB2B-4DE9-4ECA-ADC0-8775151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7b918a19e437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87869-7DFC-4E64-AD1F-9FAFE200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43E34-B9E1-40B5-BE1A-9083F36E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74465-80A3-464A-9639-A77FA20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An invented study records practice sessions x and task scores y: [(1, 16), (2, 13), (3, 12), (4, 9), (5, 8), (6, 5)]. Plot every pair. Describe the association and explain why these data alone do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A5E7D-7B3F-4AB2-B935-303A392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616599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D001A-2A3C-4991-B6F0-EF38FA4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092C-7C96-4184-8926-8512334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5296b6ca1449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A873C-C150-4128-9787-5B79F35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2213F-80E4-4752-9689-C82B8B1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44A32-631E-4159-95DB-5EFF9AF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Negative approximately linear association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Positive approximately linear association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Negative approximately linear association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Positive approximately linear association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DC4C6-B172-4AAB-AA56-FCFFAFE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Negative approximately linear association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894239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2026-09-15T01:33:00.4450000Z</dcterms:created>
  <dcterms:modified xsi:type="dcterms:W3CDTF">2026-09-15T01:33:00.4450000Z</dcterms:modified>
</coreProperties>
</file>