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6ede6ef4f45ef" /><Relationship Type="http://schemas.openxmlformats.org/officeDocument/2006/relationships/extended-properties" Target="/docProps/app.xml" Id="R3969f02fce7442c6" /><Relationship Type="http://schemas.openxmlformats.org/officeDocument/2006/relationships/officeDocument" Target="/ppt/presentation.xml" Id="R0ea90935dc99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e6c1988e649fb"/>
  </p:sldMasterIdLst>
  <p:notesMasterIdLst>
    <p:notesMasterId xmlns:r="http://schemas.openxmlformats.org/officeDocument/2006/relationships" r:id="R128d3f5bd6a5403b"/>
  </p:notesMasterIdLst>
  <p:sldIdLst>
    <p:sldId xmlns:r="http://schemas.openxmlformats.org/officeDocument/2006/relationships" id="256" r:id="R097844c7a1c04e0d"/>
    <p:sldId xmlns:r="http://schemas.openxmlformats.org/officeDocument/2006/relationships" id="257" r:id="R6e8fc34f2b1c41e6"/>
    <p:sldId xmlns:r="http://schemas.openxmlformats.org/officeDocument/2006/relationships" id="258" r:id="Rb66d51d2ecdb437b"/>
    <p:sldId xmlns:r="http://schemas.openxmlformats.org/officeDocument/2006/relationships" id="259" r:id="R9d3e7ad1b28c444e"/>
    <p:sldId xmlns:r="http://schemas.openxmlformats.org/officeDocument/2006/relationships" id="260" r:id="R9f004ca42f454742"/>
    <p:sldId xmlns:r="http://schemas.openxmlformats.org/officeDocument/2006/relationships" id="261" r:id="R536b91be364d4e72"/>
    <p:sldId xmlns:r="http://schemas.openxmlformats.org/officeDocument/2006/relationships" id="262" r:id="R9560c191d984466e"/>
    <p:sldId xmlns:r="http://schemas.openxmlformats.org/officeDocument/2006/relationships" id="263" r:id="R005006994989492a"/>
    <p:sldId xmlns:r="http://schemas.openxmlformats.org/officeDocument/2006/relationships" id="264" r:id="Ra07e990fdb294fda"/>
    <p:sldId xmlns:r="http://schemas.openxmlformats.org/officeDocument/2006/relationships" id="265" r:id="Rfb9dcee8345c40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6997ede6a4785" /><Relationship Type="http://schemas.openxmlformats.org/officeDocument/2006/relationships/slideMaster" Target="/ppt/slideMasters/slideMaster1.xml" Id="R200e6c1988e649fb" /><Relationship Type="http://schemas.openxmlformats.org/officeDocument/2006/relationships/notesMaster" Target="/ppt/notesMasters/notesMaster1.xml" Id="R128d3f5bd6a5403b" /><Relationship Type="http://schemas.openxmlformats.org/officeDocument/2006/relationships/presProps" Target="/ppt/presProps.xml" Id="R0856f6b281c04041" /><Relationship Type="http://schemas.openxmlformats.org/officeDocument/2006/relationships/tableStyles" Target="/ppt/tableStyles.xml" Id="R9a9c135a5c824b99" /><Relationship Type="http://schemas.openxmlformats.org/officeDocument/2006/relationships/slide" Target="/ppt/slides/slide1.xml" Id="R097844c7a1c04e0d" /><Relationship Type="http://schemas.openxmlformats.org/officeDocument/2006/relationships/slide" Target="/ppt/slides/slide2.xml" Id="R6e8fc34f2b1c41e6" /><Relationship Type="http://schemas.openxmlformats.org/officeDocument/2006/relationships/slide" Target="/ppt/slides/slide3.xml" Id="Rb66d51d2ecdb437b" /><Relationship Type="http://schemas.openxmlformats.org/officeDocument/2006/relationships/slide" Target="/ppt/slides/slide4.xml" Id="R9d3e7ad1b28c444e" /><Relationship Type="http://schemas.openxmlformats.org/officeDocument/2006/relationships/slide" Target="/ppt/slides/slide5.xml" Id="R9f004ca42f454742" /><Relationship Type="http://schemas.openxmlformats.org/officeDocument/2006/relationships/slide" Target="/ppt/slides/slide6.xml" Id="R536b91be364d4e72" /><Relationship Type="http://schemas.openxmlformats.org/officeDocument/2006/relationships/slide" Target="/ppt/slides/slide7.xml" Id="R9560c191d984466e" /><Relationship Type="http://schemas.openxmlformats.org/officeDocument/2006/relationships/slide" Target="/ppt/slides/slide8.xml" Id="R005006994989492a" /><Relationship Type="http://schemas.openxmlformats.org/officeDocument/2006/relationships/slide" Target="/ppt/slides/slide9.xml" Id="Ra07e990fdb294fda" /><Relationship Type="http://schemas.openxmlformats.org/officeDocument/2006/relationships/slide" Target="/ppt/slides/slide10.xml" Id="Rfb9dcee8345c40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ece2ae9c1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14f07ccd484a79" /><Relationship Type="http://schemas.openxmlformats.org/officeDocument/2006/relationships/notesMaster" Target="/ppt/notesMasters/notesMaster1.xml" Id="R244f6c0827ce45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d4ee6e310e4e53" /><Relationship Type="http://schemas.openxmlformats.org/officeDocument/2006/relationships/notesMaster" Target="/ppt/notesMasters/notesMaster1.xml" Id="R42e687771d4b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01e8ca67648ec" /><Relationship Type="http://schemas.openxmlformats.org/officeDocument/2006/relationships/notesMaster" Target="/ppt/notesMasters/notesMaster1.xml" Id="Ra7f359a9efd04f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db1b0d8149492b" /><Relationship Type="http://schemas.openxmlformats.org/officeDocument/2006/relationships/notesMaster" Target="/ppt/notesMasters/notesMaster1.xml" Id="R95abba6e1e804b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bcba15c96445f" /><Relationship Type="http://schemas.openxmlformats.org/officeDocument/2006/relationships/notesMaster" Target="/ppt/notesMasters/notesMaster1.xml" Id="Ra7df5c82b81b4c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ba88f19bf44ff9" /><Relationship Type="http://schemas.openxmlformats.org/officeDocument/2006/relationships/notesMaster" Target="/ppt/notesMasters/notesMaster1.xml" Id="R5e42fc9a6fab40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e9aedf80854453" /><Relationship Type="http://schemas.openxmlformats.org/officeDocument/2006/relationships/notesMaster" Target="/ppt/notesMasters/notesMaster1.xml" Id="R14f363704da747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a670de3b84f47" /><Relationship Type="http://schemas.openxmlformats.org/officeDocument/2006/relationships/notesMaster" Target="/ppt/notesMasters/notesMaster1.xml" Id="R31239281ce934c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4964a02b1743da" /><Relationship Type="http://schemas.openxmlformats.org/officeDocument/2006/relationships/notesMaster" Target="/ppt/notesMasters/notesMaster1.xml" Id="R257042913d4541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1878cdab254495" /><Relationship Type="http://schemas.openxmlformats.org/officeDocument/2006/relationships/notesMaster" Target="/ppt/notesMasters/notesMaster1.xml" Id="R1dfe954ee33d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Distinguish area from perimeter. Standard: NC.4.MD.3.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 counts square units inside; perimeter measures distance around. Draw and label a rectangle before calculating.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Area = 7 × 4 = 28 m² for covering. Perimeter = 2(7+4) = 22 m for the border.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Area = 8 × 8 = 64 m² for covering. Perimeter = 2(8+8) = 32 m for the border.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Area = 8 × 10 = 80 m² for covering. Perimeter = 2(8+10) = 36 m for the border.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Area = 8 × 4 = 32 m² for covering. Perimeter = 2(8+4) = 24 m for the border.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Area = 9 × 10 = 90 m² for covering. Perimeter = 2(9+10) = 38 m for the border.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Area = 9 × 8 = 72 m² for covering. Perimeter = 2(9+8) = 34 m for the border.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Area = 8 × 8 = 64 m² for covering. Perimeter = 2(8+8) = 32 m for the border.</a:t>
            </a:r>
          </a:p>
          <a:p xmlns:a="http://schemas.openxmlformats.org/drawingml/2006/main">
            <a:r>
              <a:t>2. Area = 8 × 10 = 80 m² for covering. Perimeter = 2(8+10) = 36 m for the border.</a:t>
            </a:r>
          </a:p>
          <a:p xmlns:a="http://schemas.openxmlformats.org/drawingml/2006/main">
            <a:r>
              <a:t>3. Area = 8 × 4 = 32 m² for covering. Perimeter = 2(8+4) = 24 m for the border.</a:t>
            </a:r>
          </a:p>
          <a:p xmlns:a="http://schemas.openxmlformats.org/drawingml/2006/main">
            <a:r>
              <a:t>4. Area = 9 × 10 = 90 m² for covering. Perimeter = 2(9+10) = 38 m for the border.</a:t>
            </a:r>
          </a:p>
          <a:p xmlns:a="http://schemas.openxmlformats.org/drawingml/2006/main">
            <a:r>
              <a:t>Exit: Area = 9 × 8 = 72 m² for covering. Perimeter = 2(9+8) = 34 m for the border.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560d47dc7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c544ab8ca14cc7" /><Relationship Type="http://schemas.openxmlformats.org/officeDocument/2006/relationships/slideLayout" Target="/ppt/slideLayouts/slideLayout1.xml" Id="Rb7dac64dbc6442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ac64dbc6442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659f6fa8a4c19" /><Relationship Type="http://schemas.openxmlformats.org/officeDocument/2006/relationships/image" Target="/ppt/media/image.png" Id="R27a6e99e76b04aea" /><Relationship Type="http://schemas.openxmlformats.org/officeDocument/2006/relationships/image" Target="/ppt/media/image2.png" Id="R0b88065f5a0545e5" /><Relationship Type="http://schemas.openxmlformats.org/officeDocument/2006/relationships/notesSlide" Target="/ppt/notesSlides/notesSlide1.xml" Id="R6a9b2dcfb03e45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e05818f8e4adf" /><Relationship Type="http://schemas.openxmlformats.org/officeDocument/2006/relationships/image" Target="/ppt/media/image3.png" Id="R3bfccd4dfb63471b" /><Relationship Type="http://schemas.openxmlformats.org/officeDocument/2006/relationships/notesSlide" Target="/ppt/notesSlides/notesSlide2.xml" Id="R911cb536e59542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b0099f7c14770" /><Relationship Type="http://schemas.openxmlformats.org/officeDocument/2006/relationships/image" Target="/ppt/media/image4.png" Id="R31697416b2944c54" /><Relationship Type="http://schemas.openxmlformats.org/officeDocument/2006/relationships/notesSlide" Target="/ppt/notesSlides/notesSlide3.xml" Id="R4617b90ffc6f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a9bacaa23412c" /><Relationship Type="http://schemas.openxmlformats.org/officeDocument/2006/relationships/image" Target="/ppt/media/image5.png" Id="Rcd03c46613a943ef" /><Relationship Type="http://schemas.openxmlformats.org/officeDocument/2006/relationships/notesSlide" Target="/ppt/notesSlides/notesSlide4.xml" Id="R76cb94aafc8144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c19ef5de545ee" /><Relationship Type="http://schemas.openxmlformats.org/officeDocument/2006/relationships/image" Target="/ppt/media/image6.png" Id="Rd94f375beded4e55" /><Relationship Type="http://schemas.openxmlformats.org/officeDocument/2006/relationships/notesSlide" Target="/ppt/notesSlides/notesSlide5.xml" Id="R6c856a0876a0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8418c57d8498f" /><Relationship Type="http://schemas.openxmlformats.org/officeDocument/2006/relationships/image" Target="/ppt/media/image7.png" Id="Ra6e3b3291a624235" /><Relationship Type="http://schemas.openxmlformats.org/officeDocument/2006/relationships/notesSlide" Target="/ppt/notesSlides/notesSlide6.xml" Id="R04683e09132549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52247570646bf" /><Relationship Type="http://schemas.openxmlformats.org/officeDocument/2006/relationships/image" Target="/ppt/media/image8.png" Id="Rb39ec12f47bf4fd5" /><Relationship Type="http://schemas.openxmlformats.org/officeDocument/2006/relationships/notesSlide" Target="/ppt/notesSlides/notesSlide7.xml" Id="R09c428fb04f242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0c42d30194ab5" /><Relationship Type="http://schemas.openxmlformats.org/officeDocument/2006/relationships/image" Target="/ppt/media/image9.png" Id="R8f9b136a4f174f21" /><Relationship Type="http://schemas.openxmlformats.org/officeDocument/2006/relationships/notesSlide" Target="/ppt/notesSlides/notesSlide8.xml" Id="R8ba0e2848a6e4c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38e5c5c54a7d" /><Relationship Type="http://schemas.openxmlformats.org/officeDocument/2006/relationships/image" Target="/ppt/media/image10.png" Id="R62bd0abd931c489a" /><Relationship Type="http://schemas.openxmlformats.org/officeDocument/2006/relationships/notesSlide" Target="/ppt/notesSlides/notesSlide9.xml" Id="Ra07cc033f881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0e76217f41b8" /><Relationship Type="http://schemas.openxmlformats.org/officeDocument/2006/relationships/image" Target="/ppt/media/image11.png" Id="Rd2ba62cd28b04eee" /><Relationship Type="http://schemas.openxmlformats.org/officeDocument/2006/relationships/notesSlide" Target="/ppt/notesSlides/notesSlide10.xml" Id="R5c146a01c41f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0D840-05F1-4682-8E3B-DDE99D2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27FF2-2D0F-41D1-AB45-202A601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Same Area, Different Borders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6e99e76b04ae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C51F8-B742-453F-9246-C78C41B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B4800-3243-49B4-954E-3A9B5508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8065f5a0545e5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C7DF8-EDBB-4618-983F-1492C56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4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NC.4.MD.3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98240-7B96-4EAD-BBA6-51A1FA6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Distinguish area from perimeter.</a:t>
            </a:r>
          </a:p>
        </p:txBody>
      </p:sp>
    </p:spTree>
    <p:extLst>
      <p:ext uri="{BB962C8B-B14F-4D97-AF65-F5344CB8AC3E}">
        <p14:creationId xmlns:p14="http://schemas.microsoft.com/office/powerpoint/2010/main" val="787219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D24A8-2A8F-49BD-8409-0C5AAFC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4EFE3-0F70-4432-81D9-3B2F652A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ccd4dfb63471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EFDF8-CA75-4361-98C6-9234415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74F6B-7EA3-477B-810E-DAD9948E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8ACD0-4DD3-4D54-B474-E0E9ECCB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404483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0B3C6-DEE9-4FF9-9B27-69C5F087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C3907-362E-4C52-8BCE-D714659E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97416b2944c5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AD3D-1C36-4774-8575-7325BFE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C42F8-FC3D-4EBA-A541-13E13AD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FD106-6EA4-4222-96C5-D7C6DA3A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12 m long and 10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B7326-008A-4DC3-8F65-0C6B610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Area = 12 × 10 = 120 m² for covering. Perimeter = 2(12+10) = 44 m for the border.</a:t>
            </a:r>
          </a:p>
        </p:txBody>
      </p:sp>
    </p:spTree>
    <p:extLst>
      <p:ext uri="{BB962C8B-B14F-4D97-AF65-F5344CB8AC3E}">
        <p14:creationId xmlns:p14="http://schemas.microsoft.com/office/powerpoint/2010/main" val="2033368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B59BD-C15D-41C3-B358-F72A87D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7A674-5CF1-4AAE-AD8A-4D8E7788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c46613a943e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F073B-17E4-4FD0-8253-9EFFF47E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F2EB7-621F-431C-992A-836AF7CD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9222A-7FD3-4562-AA83-86CC9F9C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7 m long and 4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D8440-F598-4E91-A50E-8FA6923A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2135581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A0379-F9EF-4416-9781-2928D1B9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E7DDE-ADC2-458B-9748-0EBB887D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f375beded4e5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EC047-1645-4467-88AE-6801639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9B04B-D745-4CF9-8149-0B41198F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2AF57-FD23-4FDC-91BD-5109D9C3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8 m long and 8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E3738-F20A-4D4E-9F64-6C94816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58011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BC25-A559-4D9C-B820-61B7BCCF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E4C67-583E-46B3-B015-DE1BA713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3b3291a62423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95715-B2DB-4D7D-8FBB-B18C80B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1928F-CB81-4229-835A-839BF53F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94D22-E50B-47A3-8D6E-7C399EA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8 m long and 10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C2770-53AC-41B3-80A1-06846493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96492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BE09C-DCB4-449D-A3E0-2440BD2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F63C6-D45C-46F6-B22D-D46ABA7B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ec12f47bf4fd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80C2E-A9C4-49FA-A0EA-00CA9478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3DE35-C049-439B-95DC-DBAD9D87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2830D-A15A-49D1-9228-278E6C8B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8 m long and 4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70481-186F-4BE9-AD5D-10D2147C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713118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C13BD-4141-48DF-A40B-07AF78A7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CC9ED-82BF-4153-B94D-7121B1AE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b136a4f174f2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DC925-7863-4ACE-AC90-CF85C41D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F2C76-98B7-43B6-A23D-9073A145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B89D1-40E4-449C-9BDD-FA9B490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9 m long and 10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866B0-D3DC-4C4D-B23F-022DBBB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98836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0BB18-073D-423B-981D-8BCB8953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94573-56E7-42AC-B309-A9072BC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d0abd931c489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793C2-AE06-47BE-BA59-28001245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C5C74-205F-4017-8D25-40350D22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312D3-1CF2-411C-9AFC-824C179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rectangular reading space is 9 m long and 8 m wide. Find its area and perimeter. Which answer measures floor covering, and which measures a border?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8801F-E3F8-4809-8EC4-ABF4453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396232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B7C69-EE17-4F22-8A42-1CEE0A2D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D7917-70FA-4E57-9DBD-6172E8F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a62cd28b04ee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E624D-0FE5-49C9-8C57-04A6BC7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77551-612A-41D0-83F7-1C161666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53FB8-AC4C-47FD-8C7D-801EACD0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64 m²; 32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80 m²; 36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32 m²; 24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90 m²; 38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8B719-3594-4F67-BB54-06A8A3B6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72 m²; 34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305253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2026-09-15T01:31:24.9140000Z</dcterms:created>
  <dcterms:modified xsi:type="dcterms:W3CDTF">2026-09-15T01:31:24.9140000Z</dcterms:modified>
</coreProperties>
</file>