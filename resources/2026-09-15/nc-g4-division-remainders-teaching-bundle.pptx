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7e85ed886b4170" /><Relationship Type="http://schemas.openxmlformats.org/officeDocument/2006/relationships/extended-properties" Target="/docProps/app.xml" Id="R03f0a58213134e5b" /><Relationship Type="http://schemas.openxmlformats.org/officeDocument/2006/relationships/officeDocument" Target="/ppt/presentation.xml" Id="Rb1c8348fc40247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95e4b124814fdd"/>
  </p:sldMasterIdLst>
  <p:notesMasterIdLst>
    <p:notesMasterId xmlns:r="http://schemas.openxmlformats.org/officeDocument/2006/relationships" r:id="R70e6b160ec074496"/>
  </p:notesMasterIdLst>
  <p:sldIdLst>
    <p:sldId xmlns:r="http://schemas.openxmlformats.org/officeDocument/2006/relationships" id="256" r:id="Rdbef257303684355"/>
    <p:sldId xmlns:r="http://schemas.openxmlformats.org/officeDocument/2006/relationships" id="257" r:id="R8429980c48fa4b91"/>
    <p:sldId xmlns:r="http://schemas.openxmlformats.org/officeDocument/2006/relationships" id="258" r:id="R5fb0394769cd4998"/>
    <p:sldId xmlns:r="http://schemas.openxmlformats.org/officeDocument/2006/relationships" id="259" r:id="R66d7d2721f144600"/>
    <p:sldId xmlns:r="http://schemas.openxmlformats.org/officeDocument/2006/relationships" id="260" r:id="R242ea528a59149f2"/>
    <p:sldId xmlns:r="http://schemas.openxmlformats.org/officeDocument/2006/relationships" id="261" r:id="R1cf6bffe61ee44c8"/>
    <p:sldId xmlns:r="http://schemas.openxmlformats.org/officeDocument/2006/relationships" id="262" r:id="R3fc481c51ddb48a4"/>
    <p:sldId xmlns:r="http://schemas.openxmlformats.org/officeDocument/2006/relationships" id="263" r:id="R9e6a7a94c33e47d2"/>
    <p:sldId xmlns:r="http://schemas.openxmlformats.org/officeDocument/2006/relationships" id="264" r:id="R988d5e63244243c7"/>
    <p:sldId xmlns:r="http://schemas.openxmlformats.org/officeDocument/2006/relationships" id="265" r:id="Re784c3a7b1c243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f75f56fc2b4d89" /><Relationship Type="http://schemas.openxmlformats.org/officeDocument/2006/relationships/slideMaster" Target="/ppt/slideMasters/slideMaster1.xml" Id="Rc095e4b124814fdd" /><Relationship Type="http://schemas.openxmlformats.org/officeDocument/2006/relationships/notesMaster" Target="/ppt/notesMasters/notesMaster1.xml" Id="R70e6b160ec074496" /><Relationship Type="http://schemas.openxmlformats.org/officeDocument/2006/relationships/presProps" Target="/ppt/presProps.xml" Id="R1e248e25538c41f7" /><Relationship Type="http://schemas.openxmlformats.org/officeDocument/2006/relationships/tableStyles" Target="/ppt/tableStyles.xml" Id="Rcd326a891d8944d1" /><Relationship Type="http://schemas.openxmlformats.org/officeDocument/2006/relationships/slide" Target="/ppt/slides/slide1.xml" Id="Rdbef257303684355" /><Relationship Type="http://schemas.openxmlformats.org/officeDocument/2006/relationships/slide" Target="/ppt/slides/slide2.xml" Id="R8429980c48fa4b91" /><Relationship Type="http://schemas.openxmlformats.org/officeDocument/2006/relationships/slide" Target="/ppt/slides/slide3.xml" Id="R5fb0394769cd4998" /><Relationship Type="http://schemas.openxmlformats.org/officeDocument/2006/relationships/slide" Target="/ppt/slides/slide4.xml" Id="R66d7d2721f144600" /><Relationship Type="http://schemas.openxmlformats.org/officeDocument/2006/relationships/slide" Target="/ppt/slides/slide5.xml" Id="R242ea528a59149f2" /><Relationship Type="http://schemas.openxmlformats.org/officeDocument/2006/relationships/slide" Target="/ppt/slides/slide6.xml" Id="R1cf6bffe61ee44c8" /><Relationship Type="http://schemas.openxmlformats.org/officeDocument/2006/relationships/slide" Target="/ppt/slides/slide7.xml" Id="R3fc481c51ddb48a4" /><Relationship Type="http://schemas.openxmlformats.org/officeDocument/2006/relationships/slide" Target="/ppt/slides/slide8.xml" Id="R9e6a7a94c33e47d2" /><Relationship Type="http://schemas.openxmlformats.org/officeDocument/2006/relationships/slide" Target="/ppt/slides/slide9.xml" Id="R988d5e63244243c7" /><Relationship Type="http://schemas.openxmlformats.org/officeDocument/2006/relationships/slide" Target="/ppt/slides/slide10.xml" Id="Re784c3a7b1c243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88ef584c964b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16a58aaf854598" /><Relationship Type="http://schemas.openxmlformats.org/officeDocument/2006/relationships/notesMaster" Target="/ppt/notesMasters/notesMaster1.xml" Id="Rca9626c8353d48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7378d300c14e86" /><Relationship Type="http://schemas.openxmlformats.org/officeDocument/2006/relationships/notesMaster" Target="/ppt/notesMasters/notesMaster1.xml" Id="R19a18aaa00484a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424395eec4456d" /><Relationship Type="http://schemas.openxmlformats.org/officeDocument/2006/relationships/notesMaster" Target="/ppt/notesMasters/notesMaster1.xml" Id="R27f7b932d04e42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c02d80757b4ad9" /><Relationship Type="http://schemas.openxmlformats.org/officeDocument/2006/relationships/notesMaster" Target="/ppt/notesMasters/notesMaster1.xml" Id="R1d75c7fcbb964f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9e5515c5ed45e1" /><Relationship Type="http://schemas.openxmlformats.org/officeDocument/2006/relationships/notesMaster" Target="/ppt/notesMasters/notesMaster1.xml" Id="R85254a1b6af944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d3685dd1d5439c" /><Relationship Type="http://schemas.openxmlformats.org/officeDocument/2006/relationships/notesMaster" Target="/ppt/notesMasters/notesMaster1.xml" Id="R58cd6cd30b284c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df2a805bda4563" /><Relationship Type="http://schemas.openxmlformats.org/officeDocument/2006/relationships/notesMaster" Target="/ppt/notesMasters/notesMaster1.xml" Id="Rd325d3fa60c24d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7407eefc954f07" /><Relationship Type="http://schemas.openxmlformats.org/officeDocument/2006/relationships/notesMaster" Target="/ppt/notesMasters/notesMaster1.xml" Id="R8ecfeb549cf243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2c0ec924164773" /><Relationship Type="http://schemas.openxmlformats.org/officeDocument/2006/relationships/notesMaster" Target="/ppt/notesMasters/notesMaster1.xml" Id="Ra6b2125138054b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0f606f85604765" /><Relationship Type="http://schemas.openxmlformats.org/officeDocument/2006/relationships/notesMaster" Target="/ppt/notesMasters/notesMaster1.xml" Id="R0def6e0d015f45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Explain whole-number division and remainders. Standard: NC.4.NBT.6.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useful multiples of the divisor. Subtract partial groups. Check dividend = divisor × quotient + remainder.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137 = 2 × 68 + 1; 1 is smaller than 2. Use 60 groups, then 8 more.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199 = 3 × 66 + 1; 1 is smaller than 3. Use 60 groups, then 6 more.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368 = 6 × 61 + 2; 2 is smaller than 6. Use 60 groups, then 1 more.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279 = 4 × 69 + 3; 3 is smaller than 4. Use 60 groups, then 9 more.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633 = 8 × 79 + 1; 1 is smaller than 8. Use 70 groups, then 9 more.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158 = 3 × 52 + 2; 2 is smaller than 3. Use 50 groups, then 2 more.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199 = 3 × 66 + 1; 1 is smaller than 3. Use 60 groups, then 6 more.</a:t>
            </a:r>
          </a:p>
          <a:p xmlns:a="http://schemas.openxmlformats.org/drawingml/2006/main">
            <a:r>
              <a:t>2. 368 = 6 × 61 + 2; 2 is smaller than 6. Use 60 groups, then 1 more.</a:t>
            </a:r>
          </a:p>
          <a:p xmlns:a="http://schemas.openxmlformats.org/drawingml/2006/main">
            <a:r>
              <a:t>3. 279 = 4 × 69 + 3; 3 is smaller than 4. Use 60 groups, then 9 more.</a:t>
            </a:r>
          </a:p>
          <a:p xmlns:a="http://schemas.openxmlformats.org/drawingml/2006/main">
            <a:r>
              <a:t>4. 633 = 8 × 79 + 1; 1 is smaller than 8. Use 70 groups, then 9 more.</a:t>
            </a:r>
          </a:p>
          <a:p xmlns:a="http://schemas.openxmlformats.org/drawingml/2006/main">
            <a:r>
              <a:t>Exit: 158 = 3 × 52 + 2; 2 is smaller than 3. Use 50 groups, then 2 more.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6db46fbf145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00ad27021f47ee" /><Relationship Type="http://schemas.openxmlformats.org/officeDocument/2006/relationships/slideLayout" Target="/ppt/slideLayouts/slideLayout1.xml" Id="R0cebca878fd540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ebca878fd540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0ce8fcf074b7d" /><Relationship Type="http://schemas.openxmlformats.org/officeDocument/2006/relationships/image" Target="/ppt/media/image.png" Id="R85741603507d47ee" /><Relationship Type="http://schemas.openxmlformats.org/officeDocument/2006/relationships/image" Target="/ppt/media/image2.png" Id="R38a61a3f042c4f0a" /><Relationship Type="http://schemas.openxmlformats.org/officeDocument/2006/relationships/notesSlide" Target="/ppt/notesSlides/notesSlide1.xml" Id="R29af5775ff6742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d928480cd44fc" /><Relationship Type="http://schemas.openxmlformats.org/officeDocument/2006/relationships/image" Target="/ppt/media/image3.png" Id="Rbbefefde5469482b" /><Relationship Type="http://schemas.openxmlformats.org/officeDocument/2006/relationships/notesSlide" Target="/ppt/notesSlides/notesSlide2.xml" Id="R7234c7f3d9c046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4a87420f14a4d" /><Relationship Type="http://schemas.openxmlformats.org/officeDocument/2006/relationships/image" Target="/ppt/media/image4.png" Id="Rb7f31f1712f7475a" /><Relationship Type="http://schemas.openxmlformats.org/officeDocument/2006/relationships/notesSlide" Target="/ppt/notesSlides/notesSlide3.xml" Id="R2da07f5bff2e48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db5990fce47c2" /><Relationship Type="http://schemas.openxmlformats.org/officeDocument/2006/relationships/image" Target="/ppt/media/image5.png" Id="R5ea56f890a984530" /><Relationship Type="http://schemas.openxmlformats.org/officeDocument/2006/relationships/notesSlide" Target="/ppt/notesSlides/notesSlide4.xml" Id="Rc8a112b1eca641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70c06e4ca4d2a" /><Relationship Type="http://schemas.openxmlformats.org/officeDocument/2006/relationships/image" Target="/ppt/media/image6.png" Id="R114e3763d16f407f" /><Relationship Type="http://schemas.openxmlformats.org/officeDocument/2006/relationships/notesSlide" Target="/ppt/notesSlides/notesSlide5.xml" Id="Rf9569b4c8dd34b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1f42e82b04064" /><Relationship Type="http://schemas.openxmlformats.org/officeDocument/2006/relationships/image" Target="/ppt/media/image7.png" Id="R37cddd5a16c64e54" /><Relationship Type="http://schemas.openxmlformats.org/officeDocument/2006/relationships/notesSlide" Target="/ppt/notesSlides/notesSlide6.xml" Id="Rd0fed429d32c49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c192d03b94928" /><Relationship Type="http://schemas.openxmlformats.org/officeDocument/2006/relationships/image" Target="/ppt/media/image8.png" Id="R57ef95780e0f492b" /><Relationship Type="http://schemas.openxmlformats.org/officeDocument/2006/relationships/notesSlide" Target="/ppt/notesSlides/notesSlide7.xml" Id="R382dfac9175644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612ae8c2d49b0" /><Relationship Type="http://schemas.openxmlformats.org/officeDocument/2006/relationships/image" Target="/ppt/media/image9.png" Id="R4d742b1b1fc64745" /><Relationship Type="http://schemas.openxmlformats.org/officeDocument/2006/relationships/notesSlide" Target="/ppt/notesSlides/notesSlide8.xml" Id="R6555e2597dd140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7e9541d4c4447" /><Relationship Type="http://schemas.openxmlformats.org/officeDocument/2006/relationships/image" Target="/ppt/media/image10.png" Id="Rea0bae02ccea4fa9" /><Relationship Type="http://schemas.openxmlformats.org/officeDocument/2006/relationships/notesSlide" Target="/ppt/notesSlides/notesSlide9.xml" Id="R5321b4fa6b7c4f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0500384684e4d" /><Relationship Type="http://schemas.openxmlformats.org/officeDocument/2006/relationships/image" Target="/ppt/media/image11.png" Id="R66b09e7179dd45db" /><Relationship Type="http://schemas.openxmlformats.org/officeDocument/2006/relationships/notesSlide" Target="/ppt/notesSlides/notesSlide10.xml" Id="Rfadee7f97d5046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7B768-51E1-4E04-AD9F-77425971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109B5-2C0C-44FE-B79E-427661F7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Division with Meaningful Remainders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41603507d47e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C3C07-6782-45E6-A875-ADA1D328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F335D-D1BB-4508-B254-CCD5D510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61a3f042c4f0a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973DB-32C6-4C0C-8D53-54DAAC19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4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NC.4.NBT.6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F3912-9D16-4B33-B5B0-0DDD541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Explain whole-number division and remainders.</a:t>
            </a:r>
          </a:p>
        </p:txBody>
      </p:sp>
    </p:spTree>
    <p:extLst>
      <p:ext uri="{BB962C8B-B14F-4D97-AF65-F5344CB8AC3E}">
        <p14:creationId xmlns:p14="http://schemas.microsoft.com/office/powerpoint/2010/main" val="1340840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0789D-7D4C-4020-8540-029D7FED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D1550-1D7B-4A19-A603-40E56D31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fefde5469482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C1B9A-6DA4-42BC-A8E6-35DA6ACD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6DAC5-9D3D-4BA7-AEAE-90230E0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42A05-A5DE-4085-B114-AE0A7029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2133135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E0B8D-A792-439F-80E8-504CB651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7E684-967E-4B29-95F7-C5F74C07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31f1712f7475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D8D65-7B85-497C-ABAB-E2338D0A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458BA-ADBB-4DEA-9186-C72BFE5F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00F8A-BBE5-40A1-B493-F646FCA1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79 counters are shared equally among 2 groups. Each group must get a whole number. How many per group and how many left? Show a partial-quotient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0F67A-3E47-444B-A01B-56A0629D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79 = 2 × 39 + 1; 1 is smaller than 2. Use 30 groups, then 9 more.</a:t>
            </a:r>
          </a:p>
        </p:txBody>
      </p:sp>
    </p:spTree>
    <p:extLst>
      <p:ext uri="{BB962C8B-B14F-4D97-AF65-F5344CB8AC3E}">
        <p14:creationId xmlns:p14="http://schemas.microsoft.com/office/powerpoint/2010/main" val="8169968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F331A-5FBC-4A56-AE11-8E6CAC9E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A70A1-1A08-4950-8E9E-2CDF875D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56f890a98453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4D43B-84D3-4A8B-B7F6-85382490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759D9-692C-4193-8520-9FCE9B1E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7B83C-8A7E-4C6F-AF23-E7DCEA26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137 counters are shared equally among 2 groups. Each group must get a whole number. How many per group and how many left? Show a partial-quotient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72171-186B-41A8-8244-ECD2D956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13289881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88E04-705C-4EA3-B56E-365C87B0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D00C2-3232-420A-AFD2-CCD3EA40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e3763d16f407f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1A864-58B6-44CD-884A-CF7B6F8C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18CDC-F673-44AF-BF5E-BDE23F55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50E13-2717-4B5E-BC2D-F574244A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199 counters are shared equally among 3 groups. Each group must get a whole number. How many per group and how many left? Show a partial-quotient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E15D9-361F-4110-BA19-71D70BF8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98096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2C081-A02F-489B-AE48-A93CB002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D75FC-3510-4CBA-A8C5-737466AF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ddd5a16c64e54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36A74-D610-4A59-9824-2F4F29E3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75151-1220-4FA6-9B5F-DB1FEE46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C0433-936E-465B-A2C3-207BFF85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368 counters are shared equally among 6 groups. Each group must get a whole number. How many per group and how many left? Show a partial-quotient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5B055-68DC-499D-B699-EBC85E36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970738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5003E-721A-4AE7-9560-DADC98AD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4DE6D-712A-4537-9296-D5E71628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f95780e0f492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C0BA0-195F-4C63-8437-CCBA3E37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04B37-D51B-49C1-8FD2-9ADF0D05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56AC1-33D0-4D02-BA0B-CBBFD1D7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279 counters are shared equally among 4 groups. Each group must get a whole number. How many per group and how many left? Show a partial-quotient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2A981-A99B-4A7E-B7F0-5379CC94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048962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A6D83-0942-444D-A615-7947EE08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6EE06-441A-4565-95D2-20E493D9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42b1b1fc6474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A159E-4B19-467C-9D13-CCD26CC3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825FB-9E4F-400B-9983-26B0DD72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CEF98-F6FB-436B-BC0E-74AF9C8A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633 counters are shared equally among 8 groups. Each group must get a whole number. How many per group and how many left? Show a partial-quotient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86CF2-7950-48AC-93AF-6DF2E2A6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5716493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6886C-342D-4A40-AB29-F5AB860E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B5D81-0761-4587-8832-4C20492B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bae02ccea4fa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54539-E753-4D98-BAC8-CC93F87C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DFFF7-26AD-4DD5-957A-F6A88FD1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B3EF1-159C-4579-A546-660000D6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158 counters are shared equally among 3 groups. Each group must get a whole number. How many per group and how many left? Show a partial-quotient strategy.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CA9E5-909A-4A83-8177-E8C1BAB6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10765015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03A90-037E-4815-A702-9695A5A0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7DAD2-FE55-4A8E-9842-A7FDD55A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09e7179dd45d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0236A-14B4-4463-AEB6-E54AA51E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81D5E-74CD-43B0-BCA1-F5399124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8C931-33AD-433A-A3B7-B30FF141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66 each; 1 left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61 each; 2 left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69 each; 3 left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79 each; 1 left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3619A-A866-4A4D-8521-DF9DDBEE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52 each; 2 left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55129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2026-09-15T01:31:28.7730000Z</dcterms:created>
  <dcterms:modified xsi:type="dcterms:W3CDTF">2026-09-15T01:31:28.7730000Z</dcterms:modified>
</coreProperties>
</file>