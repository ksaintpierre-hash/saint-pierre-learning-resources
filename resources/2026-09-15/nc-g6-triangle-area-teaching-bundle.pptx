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5d93440bd429c" /><Relationship Type="http://schemas.openxmlformats.org/officeDocument/2006/relationships/extended-properties" Target="/docProps/app.xml" Id="R7d44dc103dad49e6" /><Relationship Type="http://schemas.openxmlformats.org/officeDocument/2006/relationships/officeDocument" Target="/ppt/presentation.xml" Id="Re1f4f1ad7aaf42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43763f94c84929"/>
  </p:sldMasterIdLst>
  <p:notesMasterIdLst>
    <p:notesMasterId xmlns:r="http://schemas.openxmlformats.org/officeDocument/2006/relationships" r:id="R0f2b268ef3bb4e10"/>
  </p:notesMasterIdLst>
  <p:sldIdLst>
    <p:sldId xmlns:r="http://schemas.openxmlformats.org/officeDocument/2006/relationships" id="256" r:id="R9915365f5e164b1b"/>
    <p:sldId xmlns:r="http://schemas.openxmlformats.org/officeDocument/2006/relationships" id="257" r:id="R2d264d31f23c429c"/>
    <p:sldId xmlns:r="http://schemas.openxmlformats.org/officeDocument/2006/relationships" id="258" r:id="R55f44eeba39c45b3"/>
    <p:sldId xmlns:r="http://schemas.openxmlformats.org/officeDocument/2006/relationships" id="259" r:id="Rdfcbdb1ec84b4dcd"/>
    <p:sldId xmlns:r="http://schemas.openxmlformats.org/officeDocument/2006/relationships" id="260" r:id="Re65f83ecb7524a48"/>
    <p:sldId xmlns:r="http://schemas.openxmlformats.org/officeDocument/2006/relationships" id="261" r:id="R6c09bb014c4f42a3"/>
    <p:sldId xmlns:r="http://schemas.openxmlformats.org/officeDocument/2006/relationships" id="262" r:id="R98735c4ac2cb4da7"/>
    <p:sldId xmlns:r="http://schemas.openxmlformats.org/officeDocument/2006/relationships" id="263" r:id="Rb4a06e5e7d284299"/>
    <p:sldId xmlns:r="http://schemas.openxmlformats.org/officeDocument/2006/relationships" id="264" r:id="Ra20105c81c9e4273"/>
    <p:sldId xmlns:r="http://schemas.openxmlformats.org/officeDocument/2006/relationships" id="265" r:id="Rcdd212dc8f8042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88b1ff6de0441f" /><Relationship Type="http://schemas.openxmlformats.org/officeDocument/2006/relationships/slideMaster" Target="/ppt/slideMasters/slideMaster1.xml" Id="R1343763f94c84929" /><Relationship Type="http://schemas.openxmlformats.org/officeDocument/2006/relationships/notesMaster" Target="/ppt/notesMasters/notesMaster1.xml" Id="R0f2b268ef3bb4e10" /><Relationship Type="http://schemas.openxmlformats.org/officeDocument/2006/relationships/presProps" Target="/ppt/presProps.xml" Id="Rccce45642f5d4d36" /><Relationship Type="http://schemas.openxmlformats.org/officeDocument/2006/relationships/tableStyles" Target="/ppt/tableStyles.xml" Id="Ra1a4b1df9834413e" /><Relationship Type="http://schemas.openxmlformats.org/officeDocument/2006/relationships/slide" Target="/ppt/slides/slide1.xml" Id="R9915365f5e164b1b" /><Relationship Type="http://schemas.openxmlformats.org/officeDocument/2006/relationships/slide" Target="/ppt/slides/slide2.xml" Id="R2d264d31f23c429c" /><Relationship Type="http://schemas.openxmlformats.org/officeDocument/2006/relationships/slide" Target="/ppt/slides/slide3.xml" Id="R55f44eeba39c45b3" /><Relationship Type="http://schemas.openxmlformats.org/officeDocument/2006/relationships/slide" Target="/ppt/slides/slide4.xml" Id="Rdfcbdb1ec84b4dcd" /><Relationship Type="http://schemas.openxmlformats.org/officeDocument/2006/relationships/slide" Target="/ppt/slides/slide5.xml" Id="Re65f83ecb7524a48" /><Relationship Type="http://schemas.openxmlformats.org/officeDocument/2006/relationships/slide" Target="/ppt/slides/slide6.xml" Id="R6c09bb014c4f42a3" /><Relationship Type="http://schemas.openxmlformats.org/officeDocument/2006/relationships/slide" Target="/ppt/slides/slide7.xml" Id="R98735c4ac2cb4da7" /><Relationship Type="http://schemas.openxmlformats.org/officeDocument/2006/relationships/slide" Target="/ppt/slides/slide8.xml" Id="Rb4a06e5e7d284299" /><Relationship Type="http://schemas.openxmlformats.org/officeDocument/2006/relationships/slide" Target="/ppt/slides/slide9.xml" Id="Ra20105c81c9e4273" /><Relationship Type="http://schemas.openxmlformats.org/officeDocument/2006/relationships/slide" Target="/ppt/slides/slide10.xml" Id="Rcdd212dc8f80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800cb96da04f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e7a7f654d843e7" /><Relationship Type="http://schemas.openxmlformats.org/officeDocument/2006/relationships/notesMaster" Target="/ppt/notesMasters/notesMaster1.xml" Id="R34cc6d8bfd6f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87f396bf14f1f" /><Relationship Type="http://schemas.openxmlformats.org/officeDocument/2006/relationships/notesMaster" Target="/ppt/notesMasters/notesMaster1.xml" Id="R1ae1597a43d94e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7b3764b5c404a" /><Relationship Type="http://schemas.openxmlformats.org/officeDocument/2006/relationships/notesMaster" Target="/ppt/notesMasters/notesMaster1.xml" Id="Rc3bc6e68c83544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9d6bf67cb14b5b" /><Relationship Type="http://schemas.openxmlformats.org/officeDocument/2006/relationships/notesMaster" Target="/ppt/notesMasters/notesMaster1.xml" Id="Rbbaf8e35ff9743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93c8017bff466a" /><Relationship Type="http://schemas.openxmlformats.org/officeDocument/2006/relationships/notesMaster" Target="/ppt/notesMasters/notesMaster1.xml" Id="Rb04e397ef7154a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e0bc3c1e31475e" /><Relationship Type="http://schemas.openxmlformats.org/officeDocument/2006/relationships/notesMaster" Target="/ppt/notesMasters/notesMaster1.xml" Id="Reea1503914384f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b7f447f6f94868" /><Relationship Type="http://schemas.openxmlformats.org/officeDocument/2006/relationships/notesMaster" Target="/ppt/notesMasters/notesMaster1.xml" Id="Rdcc5978040e742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4390e2090a4bb2" /><Relationship Type="http://schemas.openxmlformats.org/officeDocument/2006/relationships/notesMaster" Target="/ppt/notesMasters/notesMaster1.xml" Id="R9c55b466507944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beb1d1dfdd4afe" /><Relationship Type="http://schemas.openxmlformats.org/officeDocument/2006/relationships/notesMaster" Target="/ppt/notesMasters/notesMaster1.xml" Id="R2950a8d174d245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151d9b8851427c" /><Relationship Type="http://schemas.openxmlformats.org/officeDocument/2006/relationships/notesMaster" Target="/ppt/notesMasters/notesMaster1.xml" Id="R1f8921e6ebac4f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Use decomposition to find triangle area. Standard: NC.6.G.1.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two congruent triangles to form a rectangle. A triangle has half the area of that base-height rectangle.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A = ½ × 6 × 4 = 12 cm². The base-height rectangle contains two congruent triangles.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 = ½ × 12 × 4 = 24 cm². The base-height rectangle contains two congruent triangles.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 = ½ × 14 × 6 = 42 cm². The base-height rectangle contains two congruent triangles.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 = ½ × 8 × 4 = 16 cm². The base-height rectangle contains two congruent triangles.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A = ½ × 8 × 2 = 8 cm². The base-height rectangle contains two congruent triangles.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A = ½ × 12 × 2 = 12 cm². The base-height rectangle contains two congruent triangles.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A = ½ × 12 × 4 = 24 cm². The base-height rectangle contains two congruent triangles.</a:t>
            </a:r>
          </a:p>
          <a:p xmlns:a="http://schemas.openxmlformats.org/drawingml/2006/main">
            <a:r>
              <a:t>2. A = ½ × 14 × 6 = 42 cm². The base-height rectangle contains two congruent triangles.</a:t>
            </a:r>
          </a:p>
          <a:p xmlns:a="http://schemas.openxmlformats.org/drawingml/2006/main">
            <a:r>
              <a:t>3. A = ½ × 8 × 4 = 16 cm². The base-height rectangle contains two congruent triangles.</a:t>
            </a:r>
          </a:p>
          <a:p xmlns:a="http://schemas.openxmlformats.org/drawingml/2006/main">
            <a:r>
              <a:t>4. A = ½ × 8 × 2 = 8 cm². The base-height rectangle contains two congruent triangles.</a:t>
            </a:r>
          </a:p>
          <a:p xmlns:a="http://schemas.openxmlformats.org/drawingml/2006/main">
            <a:r>
              <a:t>Exit: A = ½ × 12 × 2 = 12 cm². The base-height rectangle contains two congruent triangles.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ce260773f44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77f405fd834e37" /><Relationship Type="http://schemas.openxmlformats.org/officeDocument/2006/relationships/slideLayout" Target="/ppt/slideLayouts/slideLayout1.xml" Id="R1934d882765b47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4d882765b47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f3080dee54c99" /><Relationship Type="http://schemas.openxmlformats.org/officeDocument/2006/relationships/image" Target="/ppt/media/image.png" Id="Rd42de7e7853a41f9" /><Relationship Type="http://schemas.openxmlformats.org/officeDocument/2006/relationships/image" Target="/ppt/media/image2.png" Id="Rc4e662c682e1475a" /><Relationship Type="http://schemas.openxmlformats.org/officeDocument/2006/relationships/notesSlide" Target="/ppt/notesSlides/notesSlide1.xml" Id="Re1a214a8642d43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54787ebdd464c" /><Relationship Type="http://schemas.openxmlformats.org/officeDocument/2006/relationships/image" Target="/ppt/media/image3.png" Id="Raeceb0afdb0c42f7" /><Relationship Type="http://schemas.openxmlformats.org/officeDocument/2006/relationships/notesSlide" Target="/ppt/notesSlides/notesSlide2.xml" Id="R3343ef7ea5094e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a5c5e010c4eba" /><Relationship Type="http://schemas.openxmlformats.org/officeDocument/2006/relationships/image" Target="/ppt/media/image4.png" Id="Radb24e82d5f04b8c" /><Relationship Type="http://schemas.openxmlformats.org/officeDocument/2006/relationships/notesSlide" Target="/ppt/notesSlides/notesSlide3.xml" Id="R63d7e7de7f194c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34d1456174331" /><Relationship Type="http://schemas.openxmlformats.org/officeDocument/2006/relationships/image" Target="/ppt/media/image5.png" Id="Rb66c62be368941fe" /><Relationship Type="http://schemas.openxmlformats.org/officeDocument/2006/relationships/notesSlide" Target="/ppt/notesSlides/notesSlide4.xml" Id="R49dc4b9ccd1549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b1054070c4d6c" /><Relationship Type="http://schemas.openxmlformats.org/officeDocument/2006/relationships/image" Target="/ppt/media/image6.png" Id="R32789b5d55dc49c5" /><Relationship Type="http://schemas.openxmlformats.org/officeDocument/2006/relationships/notesSlide" Target="/ppt/notesSlides/notesSlide5.xml" Id="R0bd6c76cb6164a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288281e5f4bc7" /><Relationship Type="http://schemas.openxmlformats.org/officeDocument/2006/relationships/image" Target="/ppt/media/image7.png" Id="Rf4e1af92ab5f40b6" /><Relationship Type="http://schemas.openxmlformats.org/officeDocument/2006/relationships/notesSlide" Target="/ppt/notesSlides/notesSlide6.xml" Id="R24bb7abdd25843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03ae4068a4011" /><Relationship Type="http://schemas.openxmlformats.org/officeDocument/2006/relationships/image" Target="/ppt/media/image8.png" Id="Raefe96cc050e4c94" /><Relationship Type="http://schemas.openxmlformats.org/officeDocument/2006/relationships/notesSlide" Target="/ppt/notesSlides/notesSlide7.xml" Id="Rfbf8d939259b48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5250ff9124d67" /><Relationship Type="http://schemas.openxmlformats.org/officeDocument/2006/relationships/image" Target="/ppt/media/image9.png" Id="Rb5c77a673dfd4e6a" /><Relationship Type="http://schemas.openxmlformats.org/officeDocument/2006/relationships/notesSlide" Target="/ppt/notesSlides/notesSlide8.xml" Id="R1515fcaa00754d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d2a8f893d4531" /><Relationship Type="http://schemas.openxmlformats.org/officeDocument/2006/relationships/image" Target="/ppt/media/image10.png" Id="R6e083ca25a464170" /><Relationship Type="http://schemas.openxmlformats.org/officeDocument/2006/relationships/notesSlide" Target="/ppt/notesSlides/notesSlide9.xml" Id="R54244187a4e740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5fec90b374b71" /><Relationship Type="http://schemas.openxmlformats.org/officeDocument/2006/relationships/image" Target="/ppt/media/image11.png" Id="R57be4a331ecc4eca" /><Relationship Type="http://schemas.openxmlformats.org/officeDocument/2006/relationships/notesSlide" Target="/ppt/notesSlides/notesSlide10.xml" Id="R813ace6c10da4b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A7645-44CD-4D3A-91DA-C9D5DB16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DB9EB-608E-498E-90DA-A3824CD5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Triangles from Rectangles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de7e7853a41f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4D56F-D5D7-4468-9E4C-33F7C39C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D3446-772D-42E9-829D-301D6CCD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662c682e1475a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B782-EA5A-4245-9A0E-47C2B5D7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6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NC.6.G.1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2E5CE-9801-4F1D-BB73-9CDD1CA1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decomposition to find triangle area.</a:t>
            </a:r>
          </a:p>
        </p:txBody>
      </p:sp>
    </p:spTree>
    <p:extLst>
      <p:ext uri="{BB962C8B-B14F-4D97-AF65-F5344CB8AC3E}">
        <p14:creationId xmlns:p14="http://schemas.microsoft.com/office/powerpoint/2010/main" val="904046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D3848-2CCE-4616-AB42-26DD7C2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5F912-F39A-4C0E-B8A6-A7DFB0B9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ceb0afdb0c42f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0EABA-6E09-4175-8551-283FB678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B50EA-9AEA-4142-B660-FEA99224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29C42-5D31-4D27-938E-18097DF2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1801355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5ACCE-9BC4-4840-A2BE-FAD1B0B1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21CD7-E2D3-43C2-A91A-4ACBCC2E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24e82d5f04b8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98BFF-0AAC-4027-B0A8-8AB8F2F5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1B3A1-6000-46D5-A425-1F9F20B9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24CF4-7BF2-4512-B95C-A7EC470A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triangular display has base 8 cm and perpendicular height 7 cm. Find the area. Explain why multiplying base by height alone is too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6C754-36AA-4871-A7B1-AFF270D1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A = ½ × 8 × 7 = 28 cm². The base-height rectangle contains two congruent triangles.</a:t>
            </a:r>
          </a:p>
        </p:txBody>
      </p:sp>
    </p:spTree>
    <p:extLst>
      <p:ext uri="{BB962C8B-B14F-4D97-AF65-F5344CB8AC3E}">
        <p14:creationId xmlns:p14="http://schemas.microsoft.com/office/powerpoint/2010/main" val="1769591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921C9-C8C4-48C4-8958-AECB13E4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D1524-A13E-4211-8CAA-EF214582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c62be368941fe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2FE9F-827C-45A6-BE2B-33518B8B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31F2F-4DBF-41EA-9B1B-3240A05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6F777-12C4-487B-87F3-D428CA22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triangular display has base 6 cm and perpendicular height 4 cm. Find the area. Explain why multiplying base by height alone is too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3D57B-85F5-4124-9AFC-C556244A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645917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5E18-D916-4A65-9BFF-10541C2F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CAAB3-D928-44DD-8CF7-C35EA28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89b5d55dc49c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240AE-9B4F-4E21-A47B-10838BDC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3CF70-503C-432A-8B48-A6A3C072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25CDD-ABB1-45C7-9EFE-2EC3521B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triangular display has base 12 cm and perpendicular height 4 cm. Find the area. Explain why multiplying base by height alone is too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0165C-4601-4DDD-8851-5D3EA6E9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9051098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7F0B8-AD28-4E1E-8577-0B00654C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FE90A-4793-43AB-A8FB-0D38B73C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1af92ab5f40b6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FCFE8-3165-4D56-9E7F-AD71AA95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36767-4C59-4A04-8CB2-D4F05E4F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310A8-9937-4739-80A9-1433E35A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triangular display has base 14 cm and perpendicular height 6 cm. Find the area. Explain why multiplying base by height alone is too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E65D9-0BFA-4577-B465-4D00397B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11695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6F49-38E9-45A0-985F-3B8D8E95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60537-E465-4AD9-ACBE-6421D82E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e96cc050e4c94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C2E72-378D-4075-A29B-E704D7A7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BAFE7-2DF7-4ACD-BC94-9D7073A0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0E409-8080-43D8-9CA7-6361E408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triangular display has base 8 cm and perpendicular height 4 cm. Find the area. Explain why multiplying base by height alone is too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A59CB-257F-4880-B89A-A0202279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59270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9906D-C6F7-49C1-8D44-C523549D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FCF7D-53E0-4619-809E-5E27B73D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77a673dfd4e6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89FC5-8216-4D7D-AA18-FA595318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7FB3E-1C00-4E3D-89C0-09548E1C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1449F-D47E-456F-9166-206EB10A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triangular display has base 8 cm and perpendicular height 2 cm. Find the area. Explain why multiplying base by height alone is too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15EB0-7598-441B-98DD-21C6852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17648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23EBE-8A99-42F4-B0FE-8CE7C7E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F167E-825D-479B-9F1F-ACDA2CFB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83ca25a464170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A9F45-06A5-48F7-87A7-EF83AB1B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EADD0-17A7-4242-830F-E1607737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88735-C432-47E0-B23F-BC17F8B5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triangular display has base 12 cm and perpendicular height 2 cm. Find the area. Explain why multiplying base by height alone is too large.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DFDC3-7F73-4592-B9BB-28E8EF85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8007526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78B4E-423D-4337-A9E2-6A66CE36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AB03-2822-4DAF-83EF-31953AB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e4a331ecc4eca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53EB9-0A96-4044-86C9-204047F2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E9776-0EE9-49AE-B88B-89F9E9A1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BF777-FA4B-4438-95FB-718030DD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24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42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16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8 cm²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1CA93-C5C8-4E30-8416-4B22D650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12 cm²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1628801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2026-09-15T01:32:20.0580000Z</dcterms:created>
  <dcterms:modified xsi:type="dcterms:W3CDTF">2026-09-15T01:32:20.0580000Z</dcterms:modified>
</coreProperties>
</file>