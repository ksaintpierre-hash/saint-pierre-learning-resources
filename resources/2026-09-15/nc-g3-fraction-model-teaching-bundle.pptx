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b6c2ade36c4557" /><Relationship Type="http://schemas.openxmlformats.org/officeDocument/2006/relationships/extended-properties" Target="/docProps/app.xml" Id="R55e97e928fbf4f90" /><Relationship Type="http://schemas.openxmlformats.org/officeDocument/2006/relationships/officeDocument" Target="/ppt/presentation.xml" Id="Rad7537050e5b47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40dbf060f94cf9"/>
  </p:sldMasterIdLst>
  <p:notesMasterIdLst>
    <p:notesMasterId xmlns:r="http://schemas.openxmlformats.org/officeDocument/2006/relationships" r:id="R9c9ec2c999854703"/>
  </p:notesMasterIdLst>
  <p:sldIdLst>
    <p:sldId xmlns:r="http://schemas.openxmlformats.org/officeDocument/2006/relationships" id="256" r:id="Rfb05b747d86b4613"/>
    <p:sldId xmlns:r="http://schemas.openxmlformats.org/officeDocument/2006/relationships" id="257" r:id="R0f95729f1578452d"/>
    <p:sldId xmlns:r="http://schemas.openxmlformats.org/officeDocument/2006/relationships" id="258" r:id="R44e56912401e4ecb"/>
    <p:sldId xmlns:r="http://schemas.openxmlformats.org/officeDocument/2006/relationships" id="259" r:id="Rc7741fd42ced456a"/>
    <p:sldId xmlns:r="http://schemas.openxmlformats.org/officeDocument/2006/relationships" id="260" r:id="R4bac99e14a034034"/>
    <p:sldId xmlns:r="http://schemas.openxmlformats.org/officeDocument/2006/relationships" id="261" r:id="R1851ded433504e96"/>
    <p:sldId xmlns:r="http://schemas.openxmlformats.org/officeDocument/2006/relationships" id="262" r:id="R4d2ce321bae94324"/>
    <p:sldId xmlns:r="http://schemas.openxmlformats.org/officeDocument/2006/relationships" id="263" r:id="Re8c27e8b7dce4018"/>
    <p:sldId xmlns:r="http://schemas.openxmlformats.org/officeDocument/2006/relationships" id="264" r:id="R5ce6505977fa4a9d"/>
    <p:sldId xmlns:r="http://schemas.openxmlformats.org/officeDocument/2006/relationships" id="265" r:id="R1356488baaea4c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03365fdc8744f8" /><Relationship Type="http://schemas.openxmlformats.org/officeDocument/2006/relationships/slideMaster" Target="/ppt/slideMasters/slideMaster1.xml" Id="Ra240dbf060f94cf9" /><Relationship Type="http://schemas.openxmlformats.org/officeDocument/2006/relationships/notesMaster" Target="/ppt/notesMasters/notesMaster1.xml" Id="R9c9ec2c999854703" /><Relationship Type="http://schemas.openxmlformats.org/officeDocument/2006/relationships/presProps" Target="/ppt/presProps.xml" Id="R455d391432e647be" /><Relationship Type="http://schemas.openxmlformats.org/officeDocument/2006/relationships/tableStyles" Target="/ppt/tableStyles.xml" Id="R49884445583d49e7" /><Relationship Type="http://schemas.openxmlformats.org/officeDocument/2006/relationships/slide" Target="/ppt/slides/slide1.xml" Id="Rfb05b747d86b4613" /><Relationship Type="http://schemas.openxmlformats.org/officeDocument/2006/relationships/slide" Target="/ppt/slides/slide2.xml" Id="R0f95729f1578452d" /><Relationship Type="http://schemas.openxmlformats.org/officeDocument/2006/relationships/slide" Target="/ppt/slides/slide3.xml" Id="R44e56912401e4ecb" /><Relationship Type="http://schemas.openxmlformats.org/officeDocument/2006/relationships/slide" Target="/ppt/slides/slide4.xml" Id="Rc7741fd42ced456a" /><Relationship Type="http://schemas.openxmlformats.org/officeDocument/2006/relationships/slide" Target="/ppt/slides/slide5.xml" Id="R4bac99e14a034034" /><Relationship Type="http://schemas.openxmlformats.org/officeDocument/2006/relationships/slide" Target="/ppt/slides/slide6.xml" Id="R1851ded433504e96" /><Relationship Type="http://schemas.openxmlformats.org/officeDocument/2006/relationships/slide" Target="/ppt/slides/slide7.xml" Id="R4d2ce321bae94324" /><Relationship Type="http://schemas.openxmlformats.org/officeDocument/2006/relationships/slide" Target="/ppt/slides/slide8.xml" Id="Re8c27e8b7dce4018" /><Relationship Type="http://schemas.openxmlformats.org/officeDocument/2006/relationships/slide" Target="/ppt/slides/slide9.xml" Id="R5ce6505977fa4a9d" /><Relationship Type="http://schemas.openxmlformats.org/officeDocument/2006/relationships/slide" Target="/ppt/slides/slide10.xml" Id="R1356488baaea4c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49cc4a11b244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d60e433bf547c7" /><Relationship Type="http://schemas.openxmlformats.org/officeDocument/2006/relationships/notesMaster" Target="/ppt/notesMasters/notesMaster1.xml" Id="R0518af2795dc45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984b4d17b04595" /><Relationship Type="http://schemas.openxmlformats.org/officeDocument/2006/relationships/notesMaster" Target="/ppt/notesMasters/notesMaster1.xml" Id="R16b719d2ee264a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ef7c0ee23649b0" /><Relationship Type="http://schemas.openxmlformats.org/officeDocument/2006/relationships/notesMaster" Target="/ppt/notesMasters/notesMaster1.xml" Id="Re25cffaa72f64b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69f8d88eb74986" /><Relationship Type="http://schemas.openxmlformats.org/officeDocument/2006/relationships/notesMaster" Target="/ppt/notesMasters/notesMaster1.xml" Id="R75a5cb662e2548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f74b30a18e4314" /><Relationship Type="http://schemas.openxmlformats.org/officeDocument/2006/relationships/notesMaster" Target="/ppt/notesMasters/notesMaster1.xml" Id="Rdc3632367bc749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0203fc8b8e4eb3" /><Relationship Type="http://schemas.openxmlformats.org/officeDocument/2006/relationships/notesMaster" Target="/ppt/notesMasters/notesMaster1.xml" Id="R40b848f2084648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ab88000c0d4e3f" /><Relationship Type="http://schemas.openxmlformats.org/officeDocument/2006/relationships/notesMaster" Target="/ppt/notesMasters/notesMaster1.xml" Id="Raaf1d24a7a904a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bc48e74e5f48c2" /><Relationship Type="http://schemas.openxmlformats.org/officeDocument/2006/relationships/notesMaster" Target="/ppt/notesMasters/notesMaster1.xml" Id="R9eb7ded471ba4f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8d8793a02645f2" /><Relationship Type="http://schemas.openxmlformats.org/officeDocument/2006/relationships/notesMaster" Target="/ppt/notesMasters/notesMaster1.xml" Id="Rcbb1c9b4708749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6004abae974b12" /><Relationship Type="http://schemas.openxmlformats.org/officeDocument/2006/relationships/notesMaster" Target="/ppt/notesMasters/notesMaster1.xml" Id="Rb123d9029a884d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Connect equal parts with fraction notation. Standard: NC.3.NF.2.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a whole and partition it equally. The denominator counts all equal parts; the numerator counts selected parts.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Each part is 1/2. 1 copy makes 1/2. The point is 1 equal step of size 1/2 from zero.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Each part is 1/4. 1 copy makes 1/4. The point is 1 equal step of size 1/4 from zero.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Each part is 1/8. 6 copies make 6/8. The point is 6 equal steps of size 1/8 from zero.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Each part is 1/6. 2 copies make 2/6. The point is 2 equal steps of size 1/6 from zero.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Each part is 1/2. 2 copies make 2/2. The point is 2 equal steps of size 1/2 from zero.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Each part is 1/4. 2 copies make 2/4. The point is 2 equal steps of size 1/4 from zero.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Each part is 1/4. 1 copy makes 1/4. The point is 1 equal step of size 1/4 from zero.</a:t>
            </a:r>
          </a:p>
          <a:p xmlns:a="http://schemas.openxmlformats.org/drawingml/2006/main">
            <a:r>
              <a:t>2. Each part is 1/8. 6 copies make 6/8. The point is 6 equal steps of size 1/8 from zero.</a:t>
            </a:r>
          </a:p>
          <a:p xmlns:a="http://schemas.openxmlformats.org/drawingml/2006/main">
            <a:r>
              <a:t>3. Each part is 1/6. 2 copies make 2/6. The point is 2 equal steps of size 1/6 from zero.</a:t>
            </a:r>
          </a:p>
          <a:p xmlns:a="http://schemas.openxmlformats.org/drawingml/2006/main">
            <a:r>
              <a:t>4. Each part is 1/2. 2 copies make 2/2. The point is 2 equal steps of size 1/2 from zero.</a:t>
            </a:r>
          </a:p>
          <a:p xmlns:a="http://schemas.openxmlformats.org/drawingml/2006/main">
            <a:r>
              <a:t>Exit: Each part is 1/4. 2 copies make 2/4. The point is 2 equal steps of size 1/4 from zero.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ab005fb4c48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9e5a173e3a4c23" /><Relationship Type="http://schemas.openxmlformats.org/officeDocument/2006/relationships/slideLayout" Target="/ppt/slideLayouts/slideLayout1.xml" Id="R93bd6eb1169745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bd6eb1169745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d2982e5874631" /><Relationship Type="http://schemas.openxmlformats.org/officeDocument/2006/relationships/image" Target="/ppt/media/image.png" Id="Rf5cc9afcf88c489a" /><Relationship Type="http://schemas.openxmlformats.org/officeDocument/2006/relationships/image" Target="/ppt/media/image2.png" Id="Rd2ad698bea604b0f" /><Relationship Type="http://schemas.openxmlformats.org/officeDocument/2006/relationships/notesSlide" Target="/ppt/notesSlides/notesSlide1.xml" Id="R139c8a54d77045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55ba4143a4976" /><Relationship Type="http://schemas.openxmlformats.org/officeDocument/2006/relationships/image" Target="/ppt/media/image3.png" Id="Re719cd26008d4762" /><Relationship Type="http://schemas.openxmlformats.org/officeDocument/2006/relationships/notesSlide" Target="/ppt/notesSlides/notesSlide2.xml" Id="R79372adfeca64e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b1c67873b4255" /><Relationship Type="http://schemas.openxmlformats.org/officeDocument/2006/relationships/image" Target="/ppt/media/image4.png" Id="R3017f77c79994b6d" /><Relationship Type="http://schemas.openxmlformats.org/officeDocument/2006/relationships/notesSlide" Target="/ppt/notesSlides/notesSlide3.xml" Id="Re465290192b145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fa2078d1b4497" /><Relationship Type="http://schemas.openxmlformats.org/officeDocument/2006/relationships/image" Target="/ppt/media/image5.png" Id="Raaa8d3c78085497e" /><Relationship Type="http://schemas.openxmlformats.org/officeDocument/2006/relationships/notesSlide" Target="/ppt/notesSlides/notesSlide4.xml" Id="Raf8f81eed5b644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40d0180b644d3" /><Relationship Type="http://schemas.openxmlformats.org/officeDocument/2006/relationships/image" Target="/ppt/media/image6.png" Id="Rc72ed8b33cad4cc1" /><Relationship Type="http://schemas.openxmlformats.org/officeDocument/2006/relationships/notesSlide" Target="/ppt/notesSlides/notesSlide5.xml" Id="R638d13a344ec43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488c14df74a57" /><Relationship Type="http://schemas.openxmlformats.org/officeDocument/2006/relationships/image" Target="/ppt/media/image7.png" Id="Rb7c65e17742f4fa1" /><Relationship Type="http://schemas.openxmlformats.org/officeDocument/2006/relationships/notesSlide" Target="/ppt/notesSlides/notesSlide6.xml" Id="R697ff8e833d249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b018dd0644dcb" /><Relationship Type="http://schemas.openxmlformats.org/officeDocument/2006/relationships/image" Target="/ppt/media/image8.png" Id="R3fd5b36411ac450b" /><Relationship Type="http://schemas.openxmlformats.org/officeDocument/2006/relationships/notesSlide" Target="/ppt/notesSlides/notesSlide7.xml" Id="R7db541721a9447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bde9793ad4135" /><Relationship Type="http://schemas.openxmlformats.org/officeDocument/2006/relationships/image" Target="/ppt/media/image9.png" Id="R0a0af74ca4b844da" /><Relationship Type="http://schemas.openxmlformats.org/officeDocument/2006/relationships/notesSlide" Target="/ppt/notesSlides/notesSlide8.xml" Id="Rf1171aaabe7647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78946e67b4dd8" /><Relationship Type="http://schemas.openxmlformats.org/officeDocument/2006/relationships/image" Target="/ppt/media/image10.png" Id="Rbb960f605a4f4bc5" /><Relationship Type="http://schemas.openxmlformats.org/officeDocument/2006/relationships/notesSlide" Target="/ppt/notesSlides/notesSlide9.xml" Id="Rfecde5bd3a1f40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9b057e73747f0" /><Relationship Type="http://schemas.openxmlformats.org/officeDocument/2006/relationships/image" Target="/ppt/media/image11.png" Id="R35e9cd51995a43a2" /><Relationship Type="http://schemas.openxmlformats.org/officeDocument/2006/relationships/notesSlide" Target="/ppt/notesSlides/notesSlide10.xml" Id="R6bf9473b4c9b43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7F1E7-C138-4F91-95DD-FE66BDC9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A2CF3-ADA4-4967-B4B9-208D8C75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Fractions on Strips and Number Lines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c9afcf88c489a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16C71-FD72-4ADE-9267-DB6B1D51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31FDD-A898-4D7E-AA6A-5809E5A4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d698bea604b0f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396FF-DEEC-45F8-B343-CE44D1D4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3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NC.3.NF.2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547F7-A7DB-4D76-AE91-AF074718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Connect equal parts with fraction notation.</a:t>
            </a:r>
          </a:p>
        </p:txBody>
      </p:sp>
    </p:spTree>
    <p:extLst>
      <p:ext uri="{BB962C8B-B14F-4D97-AF65-F5344CB8AC3E}">
        <p14:creationId xmlns:p14="http://schemas.microsoft.com/office/powerpoint/2010/main" val="1700348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6BD44-6EFE-4001-8FFA-C1608065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A678D-13CA-401C-8709-122EEFE7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9cd26008d4762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C19EC-2A9D-49A8-A614-0AC3F860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8D51A-BAEE-457B-BE0A-B6E57816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C4593-BA73-4BAD-B19A-E0198D57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493291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E61B9-B8AC-42BA-AA15-0576553D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3405E-5E11-4D7E-AD59-A7569934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7f77c79994b6d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C5483-8887-404B-B7DB-E82C72F1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0226A-FF69-443A-90D2-03CEB939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15AC3-0009-48DA-8016-1877DF64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strip is divided into 2 equal parts. 2 parts are shaded. Write the shaded fraction. Mark the same quantity on a number line from 0 to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C35B4-AE9F-4483-B980-AE6CBF67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Each part is 1/2. 2 copies make 2/2. The point is 2 equal steps of size 1/2 from zero.</a:t>
            </a:r>
          </a:p>
        </p:txBody>
      </p:sp>
    </p:spTree>
    <p:extLst>
      <p:ext uri="{BB962C8B-B14F-4D97-AF65-F5344CB8AC3E}">
        <p14:creationId xmlns:p14="http://schemas.microsoft.com/office/powerpoint/2010/main" val="16696750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57B2E-542D-4929-AAAA-4C4B176C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7CEDC-A9AC-4E65-A943-03361B95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8d3c78085497e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BDDC0-9820-4C15-B075-F62F0728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99FDB-50B6-472A-BE79-1E5736C2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79BBB-CE24-4EB8-BA4D-ECE2B299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strip is divided into 2 equal parts. 1 part is shaded. Write the shaded fraction. Mark the same quantity on a number line from 0 to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9247A-C476-4C6C-ADC1-3DB8CCB8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18147371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17009-C504-4284-A8C1-C187382A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68874-B881-4F9A-A377-89D7A8B9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ed8b33cad4cc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6F03D-E8F5-4EB6-B03A-AC18D7F4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02B4D-3A73-4B97-8798-401B53A1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8D0FF-3D8A-4CC1-9076-A5F75781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strip is divided into 4 equal parts. 1 part is shaded. Write the shaded fraction. Mark the same quantity on a number line from 0 to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97435-5B37-4C4C-97E1-7354916D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674395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D2D41-9DFD-4288-BC76-4DDBF312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06D34-A383-4087-90F9-9DB35DAF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65e17742f4fa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CB3D4-B6CA-4A76-83FF-2C170005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774F2-2E50-4BCF-953C-C84225F5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CE021-DCF3-4460-B67C-D48FC3BE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strip is divided into 8 equal parts. 6 parts are shaded. Write the shaded fraction. Mark the same quantity on a number line from 0 to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32F01-D8D9-4481-BF18-DF3397C2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4522720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425FC-DD4E-425E-9E4D-695640E7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C59A2-8E86-4D61-9778-92817BDD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5b36411ac450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DF47C-ECF9-43CC-83E7-F74C56C0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88766-50C7-4C7E-9E02-5CE8DDA0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810B5-5947-46D9-AA7A-50AD6601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strip is divided into 6 equal parts. 2 parts are shaded. Write the shaded fraction. Mark the same quantity on a number line from 0 to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ABC54-D059-4288-8C11-B4C67EE4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2425108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F3239-40F8-464D-B4EC-39BB5108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13803-C609-4578-8297-BC1C1826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af74ca4b844da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D7E28-3E86-4919-8FFF-E9B1E8A5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11DB2-2C6E-48AF-8F36-94E74BE3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D5016-A028-4813-813D-D43822F5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strip is divided into 2 equal parts. 2 parts are shaded. Write the shaded fraction. Mark the same quantity on a number line from 0 to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C8103-CE1E-4274-8FDB-939B392A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5180622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4EF92-3C28-412C-B928-1B336AE4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C1D96-36E3-470B-BF9C-AFD63852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60f605a4f4bc5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4BBD8-C4C0-4DF9-986D-5783019F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AF7FB-C3C8-4598-9C69-E223CF98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3D056-1CBF-4D63-9C86-C580C9D0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strip is divided into 4 equal parts. 2 parts are shaded. Write the shaded fraction. Mark the same quantity on a number line from 0 to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76384-1AB0-4593-8417-249B3422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10728310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1D50B-6E4E-46D1-AF68-30E6A179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1B656-476F-4CAC-BEEA-B511B7B0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9cd51995a43a2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017B3-278B-4457-A753-5F8368FA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50039-7721-4B98-85A0-CAACF0B5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3DEBA-ECA3-4C18-A1A0-58AD1472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1/4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6/8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2/6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2/2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10679-1E40-4B07-93F1-23D86F45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2/4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10008296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2026-09-15T02:00:48.7830000Z</dcterms:created>
  <dcterms:modified xsi:type="dcterms:W3CDTF">2026-09-15T02:00:48.7830000Z</dcterms:modified>
</coreProperties>
</file>