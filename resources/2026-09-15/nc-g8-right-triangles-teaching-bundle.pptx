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3201fffeb74e34" /><Relationship Type="http://schemas.openxmlformats.org/officeDocument/2006/relationships/extended-properties" Target="/docProps/app.xml" Id="R0712e40a7ea942ec" /><Relationship Type="http://schemas.openxmlformats.org/officeDocument/2006/relationships/officeDocument" Target="/ppt/presentation.xml" Id="Ra603a3ad4fcb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f21cbe46b40aa"/>
  </p:sldMasterIdLst>
  <p:notesMasterIdLst>
    <p:notesMasterId xmlns:r="http://schemas.openxmlformats.org/officeDocument/2006/relationships" r:id="Rce10a72ca2f74802"/>
  </p:notesMasterIdLst>
  <p:sldIdLst>
    <p:sldId xmlns:r="http://schemas.openxmlformats.org/officeDocument/2006/relationships" id="256" r:id="R104e7d39c4dd4bf8"/>
    <p:sldId xmlns:r="http://schemas.openxmlformats.org/officeDocument/2006/relationships" id="257" r:id="Rd287a5ab6a0f4e81"/>
    <p:sldId xmlns:r="http://schemas.openxmlformats.org/officeDocument/2006/relationships" id="258" r:id="Ra5cceb88648449f7"/>
    <p:sldId xmlns:r="http://schemas.openxmlformats.org/officeDocument/2006/relationships" id="259" r:id="Ra5f50560963a426f"/>
    <p:sldId xmlns:r="http://schemas.openxmlformats.org/officeDocument/2006/relationships" id="260" r:id="R5ec648c4e68345a1"/>
    <p:sldId xmlns:r="http://schemas.openxmlformats.org/officeDocument/2006/relationships" id="261" r:id="Rd27e70c4e6d34e60"/>
    <p:sldId xmlns:r="http://schemas.openxmlformats.org/officeDocument/2006/relationships" id="262" r:id="R12b085ba0cac4c8d"/>
    <p:sldId xmlns:r="http://schemas.openxmlformats.org/officeDocument/2006/relationships" id="263" r:id="R61beacc130f24809"/>
    <p:sldId xmlns:r="http://schemas.openxmlformats.org/officeDocument/2006/relationships" id="264" r:id="R93114a4bdd254a4f"/>
    <p:sldId xmlns:r="http://schemas.openxmlformats.org/officeDocument/2006/relationships" id="265" r:id="R88386136ffb141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7af5a4ca1e4b46" /><Relationship Type="http://schemas.openxmlformats.org/officeDocument/2006/relationships/slideMaster" Target="/ppt/slideMasters/slideMaster1.xml" Id="Rfd6f21cbe46b40aa" /><Relationship Type="http://schemas.openxmlformats.org/officeDocument/2006/relationships/notesMaster" Target="/ppt/notesMasters/notesMaster1.xml" Id="Rce10a72ca2f74802" /><Relationship Type="http://schemas.openxmlformats.org/officeDocument/2006/relationships/presProps" Target="/ppt/presProps.xml" Id="Rcee1597d9310464b" /><Relationship Type="http://schemas.openxmlformats.org/officeDocument/2006/relationships/tableStyles" Target="/ppt/tableStyles.xml" Id="R1d2c87ef03cf4f7a" /><Relationship Type="http://schemas.openxmlformats.org/officeDocument/2006/relationships/slide" Target="/ppt/slides/slide1.xml" Id="R104e7d39c4dd4bf8" /><Relationship Type="http://schemas.openxmlformats.org/officeDocument/2006/relationships/slide" Target="/ppt/slides/slide2.xml" Id="Rd287a5ab6a0f4e81" /><Relationship Type="http://schemas.openxmlformats.org/officeDocument/2006/relationships/slide" Target="/ppt/slides/slide3.xml" Id="Ra5cceb88648449f7" /><Relationship Type="http://schemas.openxmlformats.org/officeDocument/2006/relationships/slide" Target="/ppt/slides/slide4.xml" Id="Ra5f50560963a426f" /><Relationship Type="http://schemas.openxmlformats.org/officeDocument/2006/relationships/slide" Target="/ppt/slides/slide5.xml" Id="R5ec648c4e68345a1" /><Relationship Type="http://schemas.openxmlformats.org/officeDocument/2006/relationships/slide" Target="/ppt/slides/slide6.xml" Id="Rd27e70c4e6d34e60" /><Relationship Type="http://schemas.openxmlformats.org/officeDocument/2006/relationships/slide" Target="/ppt/slides/slide7.xml" Id="R12b085ba0cac4c8d" /><Relationship Type="http://schemas.openxmlformats.org/officeDocument/2006/relationships/slide" Target="/ppt/slides/slide8.xml" Id="R61beacc130f24809" /><Relationship Type="http://schemas.openxmlformats.org/officeDocument/2006/relationships/slide" Target="/ppt/slides/slide9.xml" Id="R93114a4bdd254a4f" /><Relationship Type="http://schemas.openxmlformats.org/officeDocument/2006/relationships/slide" Target="/ppt/slides/slide10.xml" Id="R88386136ffb141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8088ba4b9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dc10b51184375" /><Relationship Type="http://schemas.openxmlformats.org/officeDocument/2006/relationships/notesMaster" Target="/ppt/notesMasters/notesMaster1.xml" Id="R1c37ddb52f4341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ce65548f3452f" /><Relationship Type="http://schemas.openxmlformats.org/officeDocument/2006/relationships/notesMaster" Target="/ppt/notesMasters/notesMaster1.xml" Id="R47e285a65586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d103ee4c3d481b" /><Relationship Type="http://schemas.openxmlformats.org/officeDocument/2006/relationships/notesMaster" Target="/ppt/notesMasters/notesMaster1.xml" Id="R06c8b9e43d5146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6fd1616264232" /><Relationship Type="http://schemas.openxmlformats.org/officeDocument/2006/relationships/notesMaster" Target="/ppt/notesMasters/notesMaster1.xml" Id="R2f77df7dc3244a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60e2f5858c455b" /><Relationship Type="http://schemas.openxmlformats.org/officeDocument/2006/relationships/notesMaster" Target="/ppt/notesMasters/notesMaster1.xml" Id="Rfed979c3e470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bb1b7cb544df1" /><Relationship Type="http://schemas.openxmlformats.org/officeDocument/2006/relationships/notesMaster" Target="/ppt/notesMasters/notesMaster1.xml" Id="Rd126ba6a2e1c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f5e2e80b04d60" /><Relationship Type="http://schemas.openxmlformats.org/officeDocument/2006/relationships/notesMaster" Target="/ppt/notesMasters/notesMaster1.xml" Id="R564d769553854c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d94df1cc84d04" /><Relationship Type="http://schemas.openxmlformats.org/officeDocument/2006/relationships/notesMaster" Target="/ppt/notesMasters/notesMaster1.xml" Id="Rd7e0253e77dd40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76f581e6af41cc" /><Relationship Type="http://schemas.openxmlformats.org/officeDocument/2006/relationships/notesMaster" Target="/ppt/notesMasters/notesMaster1.xml" Id="Ra69484c68287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14dce903df4778" /><Relationship Type="http://schemas.openxmlformats.org/officeDocument/2006/relationships/notesMaster" Target="/ppt/notesMasters/notesMaster1.xml" Id="R69faaaf5ed5d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the Pythagorean theorem and its converse. Standard: NC.8.G.7.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Identify the hypotenuse opposite the right angle. Square the legs, add, and take the square root to find the hypotenuse.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The directions form a right angle. d² = 14² + 48² = 196+2304 = 2500; d = 50 m.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 directions form a right angle. d² = 15² + 36² = 225+1296 = 1521; d = 39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 directions form a right angle. d² = 21² + 72² = 441+5184 = 5625; d = 75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 directions form a right angle. d² = 21² + 72² = 441+5184 = 5625; d = 75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 directions form a right angle. d² = 10² + 24² = 100+576 = 676; d = 26 m.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The directions form a right angle. d² = 9² + 12² = 81+144 = 225; d = 15 m.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The directions form a right angle. d² = 15² + 36² = 225+1296 = 1521; d = 39 m.</a:t>
            </a:r>
          </a:p>
          <a:p xmlns:a="http://schemas.openxmlformats.org/drawingml/2006/main">
            <a:r>
              <a:t>2. The directions form a right angle. d² = 21² + 72² = 441+5184 = 5625; d = 75 m.</a:t>
            </a:r>
          </a:p>
          <a:p xmlns:a="http://schemas.openxmlformats.org/drawingml/2006/main">
            <a:r>
              <a:t>3. The directions form a right angle. d² = 21² + 72² = 441+5184 = 5625; d = 75 m.</a:t>
            </a:r>
          </a:p>
          <a:p xmlns:a="http://schemas.openxmlformats.org/drawingml/2006/main">
            <a:r>
              <a:t>4. The directions form a right angle. d² = 10² + 24² = 100+576 = 676; d = 26 m.</a:t>
            </a:r>
          </a:p>
          <a:p xmlns:a="http://schemas.openxmlformats.org/drawingml/2006/main">
            <a:r>
              <a:t>Exit: The directions form a right angle. d² = 9² + 12² = 81+144 = 225; d = 15 m.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b012f2928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e022dbafc4cd1" /><Relationship Type="http://schemas.openxmlformats.org/officeDocument/2006/relationships/slideLayout" Target="/ppt/slideLayouts/slideLayout1.xml" Id="Rfc520087a5fd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20087a5fd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fb0e418624a6b" /><Relationship Type="http://schemas.openxmlformats.org/officeDocument/2006/relationships/image" Target="/ppt/media/image.png" Id="R4efa0b82fba04a11" /><Relationship Type="http://schemas.openxmlformats.org/officeDocument/2006/relationships/image" Target="/ppt/media/image2.png" Id="R52e8c087483941cb" /><Relationship Type="http://schemas.openxmlformats.org/officeDocument/2006/relationships/notesSlide" Target="/ppt/notesSlides/notesSlide1.xml" Id="R432ff4e2be5847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27f1ac0ff4155" /><Relationship Type="http://schemas.openxmlformats.org/officeDocument/2006/relationships/image" Target="/ppt/media/image3.png" Id="R93917e356ffb4eb0" /><Relationship Type="http://schemas.openxmlformats.org/officeDocument/2006/relationships/notesSlide" Target="/ppt/notesSlides/notesSlide2.xml" Id="Rf9305ca878764e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38962a6324d2d" /><Relationship Type="http://schemas.openxmlformats.org/officeDocument/2006/relationships/image" Target="/ppt/media/image4.png" Id="Refd8a5a221fe4cb7" /><Relationship Type="http://schemas.openxmlformats.org/officeDocument/2006/relationships/notesSlide" Target="/ppt/notesSlides/notesSlide3.xml" Id="R0b291be5cfd34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66bfeac0a4419" /><Relationship Type="http://schemas.openxmlformats.org/officeDocument/2006/relationships/image" Target="/ppt/media/image5.png" Id="Rbbb6953332dd4e57" /><Relationship Type="http://schemas.openxmlformats.org/officeDocument/2006/relationships/notesSlide" Target="/ppt/notesSlides/notesSlide4.xml" Id="Rc3420e99507a4d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700f8bfb74129" /><Relationship Type="http://schemas.openxmlformats.org/officeDocument/2006/relationships/image" Target="/ppt/media/image6.png" Id="R8957ec9908894d8d" /><Relationship Type="http://schemas.openxmlformats.org/officeDocument/2006/relationships/notesSlide" Target="/ppt/notesSlides/notesSlide5.xml" Id="R8b8c1e8703fb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8c6906423459b" /><Relationship Type="http://schemas.openxmlformats.org/officeDocument/2006/relationships/image" Target="/ppt/media/image7.png" Id="R4a328788b4ba47b4" /><Relationship Type="http://schemas.openxmlformats.org/officeDocument/2006/relationships/notesSlide" Target="/ppt/notesSlides/notesSlide6.xml" Id="Rfbc079627f61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b49aeead4472" /><Relationship Type="http://schemas.openxmlformats.org/officeDocument/2006/relationships/image" Target="/ppt/media/image8.png" Id="R8063d05c2bc24057" /><Relationship Type="http://schemas.openxmlformats.org/officeDocument/2006/relationships/notesSlide" Target="/ppt/notesSlides/notesSlide7.xml" Id="Ra5dcf18fb5a243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9addc0f264085" /><Relationship Type="http://schemas.openxmlformats.org/officeDocument/2006/relationships/image" Target="/ppt/media/image9.png" Id="R1e88c7847f294e64" /><Relationship Type="http://schemas.openxmlformats.org/officeDocument/2006/relationships/notesSlide" Target="/ppt/notesSlides/notesSlide8.xml" Id="Rd0b0e35337fd49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d8b47a2de497b" /><Relationship Type="http://schemas.openxmlformats.org/officeDocument/2006/relationships/image" Target="/ppt/media/image10.png" Id="Rdebafe9ad35c4b0d" /><Relationship Type="http://schemas.openxmlformats.org/officeDocument/2006/relationships/notesSlide" Target="/ppt/notesSlides/notesSlide9.xml" Id="R0b798efe706d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a3adad7d43a3" /><Relationship Type="http://schemas.openxmlformats.org/officeDocument/2006/relationships/image" Target="/ppt/media/image11.png" Id="R9b39a89ab28d4049" /><Relationship Type="http://schemas.openxmlformats.org/officeDocument/2006/relationships/notesSlide" Target="/ppt/notesSlides/notesSlide10.xml" Id="Rdce845b36b1f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5B4F-C4E7-4FC8-92EF-6BCF5C6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5E34-1DA1-4419-9574-23FBB435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Right-Triangle Route Planner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a0b82fba04a1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0155B-F20E-424A-94D9-2678F32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D3A0-D504-4300-A2F9-F5F0856A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8c087483941cb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EC07C-9B88-422E-A9B5-4E7620E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8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NC.8.G.7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22AD-075A-437F-9B95-67D43644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Pythagorean theorem and its converse.</a:t>
            </a:r>
          </a:p>
        </p:txBody>
      </p:sp>
    </p:spTree>
    <p:extLst>
      <p:ext uri="{BB962C8B-B14F-4D97-AF65-F5344CB8AC3E}">
        <p14:creationId xmlns:p14="http://schemas.microsoft.com/office/powerpoint/2010/main" val="702049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C707A-019E-47D7-BF90-367C5229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37005-3C5D-4D5E-B56B-485FA20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17e356ffb4eb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AEE38-3402-4A24-BDCC-BA4889B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3A8EC-E604-46ED-91EC-3C04D8F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DA03A-43DD-46A4-9158-3B999BA0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459092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58C8-0E0C-41C9-AC71-E7C8061F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46F46-F5D1-417E-858D-73AEDFC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8a5a221fe4cb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8DB1-ACDE-4878-9B93-CC2D5DA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3FCD7-34C9-4B2D-A9A6-E572B9EC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11E81-6C7E-4B1B-9968-B0FB265C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16 m east, then 30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A4AD6-FBEF-4FD1-AFC0-A4D8CB9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The directions form a right angle. d² = 16² + 30² = 256+900 = 1156; d = 34 m.</a:t>
            </a:r>
          </a:p>
        </p:txBody>
      </p:sp>
    </p:spTree>
    <p:extLst>
      <p:ext uri="{BB962C8B-B14F-4D97-AF65-F5344CB8AC3E}">
        <p14:creationId xmlns:p14="http://schemas.microsoft.com/office/powerpoint/2010/main" val="464215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2B2A4-3A4B-4BD4-AAF7-00B1FCC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96CF9-2520-4BE0-8CFB-B64E422B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6953332dd4e5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05161-36A4-4E01-A7CD-2E10307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385C7-2896-4F00-B829-D25F6D9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23CC3-715F-440A-B55F-59B8147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14 m east, then 48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2ABD0-D73C-4769-8779-B9CAD1D9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894065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E86F8-9A6A-4247-BA76-5593A665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327E1-E5E6-4857-8049-80CF8D0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7ec9908894d8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D9D9A-E5CA-4A1D-8D94-34949966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A0CF4-BF9D-4D7C-BAF1-6874C5A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43A64-125C-45EA-A588-9FDA28EE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15 m east, then 36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43305-29A0-4414-A0F1-63A75C1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322470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119C8-A03E-4D9E-84ED-C45CA29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097EB-B3E7-4C88-BBBB-95141E3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28788b4ba47b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632F0-67D3-420B-BFFC-91E4BBD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F9014-DFD5-424F-8CA9-6EF9DEB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082E3-ECC0-49BB-B1C3-5B501DB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21 m east, then 72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D172-E5EA-410E-AF55-8D129C76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12749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A58F8-C152-421C-B5FE-ACF18EF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3C8C0-6872-4575-83F7-3508111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3d05c2bc2405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5D125-4029-4F14-9120-4B400838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8CF14-C406-45DC-B8F9-F78F1F66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1449F-E384-424A-B264-B6C63D4A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21 m east, then 72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9CE94-6F01-47C3-A7FF-CC3E51F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48425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CA9EA-6F76-47C2-A630-085977AB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8FB51-90F5-4CF1-8FCC-A4333ABD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8c7847f294e6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3E148-74B1-4422-A4CF-CC62868C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07928-9B1F-409C-8774-F413857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1841F-F168-45BE-BBD0-28FEE17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10 m east, then 24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924C1-DD3A-4362-8C7C-FB1DD77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174171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8AA80-AA72-46D4-BD79-322BE7B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C2EAD-E8CB-47A0-A7D3-15F3CF0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afe9ad35c4b0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04A89-B619-4635-A1DD-8145CE3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A766A-636E-4C53-B1ED-CD3E799D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721DE-0BC7-467B-8B73-438A990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route goes 9 m east, then 12 m north. Find the direct straight-line distance from start to finish. Explain why the theorem applies.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90702-0A83-4672-A4AD-D72DE39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041826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8D2AE-7385-4E74-980E-CC5858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DD04F-B15E-4A96-9FE9-01ED5ED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9a89ab28d404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AE91E-CEA5-4B95-A580-B01DB50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39E21-1B22-474C-B0E7-DD7EE44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A5729-051A-4CC2-8278-BDF4E00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39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75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75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26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C7F5C-1A85-478A-9922-07B546C0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15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63736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2026-09-15T01:32:55.1020000Z</dcterms:created>
  <dcterms:modified xsi:type="dcterms:W3CDTF">2026-09-15T01:32:55.1020000Z</dcterms:modified>
</coreProperties>
</file>