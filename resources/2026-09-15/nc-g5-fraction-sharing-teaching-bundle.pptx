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bbc3dc85334048" /><Relationship Type="http://schemas.openxmlformats.org/officeDocument/2006/relationships/extended-properties" Target="/docProps/app.xml" Id="R462eab923dc84f3d" /><Relationship Type="http://schemas.openxmlformats.org/officeDocument/2006/relationships/officeDocument" Target="/ppt/presentation.xml" Id="Rb7eff2979d83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6fc9772c20489e"/>
  </p:sldMasterIdLst>
  <p:notesMasterIdLst>
    <p:notesMasterId xmlns:r="http://schemas.openxmlformats.org/officeDocument/2006/relationships" r:id="R80f04d9d8eed449a"/>
  </p:notesMasterIdLst>
  <p:sldIdLst>
    <p:sldId xmlns:r="http://schemas.openxmlformats.org/officeDocument/2006/relationships" id="256" r:id="R5908fbefed7b47f8"/>
    <p:sldId xmlns:r="http://schemas.openxmlformats.org/officeDocument/2006/relationships" id="257" r:id="R586c971c65c442e6"/>
    <p:sldId xmlns:r="http://schemas.openxmlformats.org/officeDocument/2006/relationships" id="258" r:id="Rb463a08517c248de"/>
    <p:sldId xmlns:r="http://schemas.openxmlformats.org/officeDocument/2006/relationships" id="259" r:id="Rfc7a25e621c94bc7"/>
    <p:sldId xmlns:r="http://schemas.openxmlformats.org/officeDocument/2006/relationships" id="260" r:id="R9a8cdc6feba440d0"/>
    <p:sldId xmlns:r="http://schemas.openxmlformats.org/officeDocument/2006/relationships" id="261" r:id="R4a33e2a1ecbf4018"/>
    <p:sldId xmlns:r="http://schemas.openxmlformats.org/officeDocument/2006/relationships" id="262" r:id="R8765a145ad004815"/>
    <p:sldId xmlns:r="http://schemas.openxmlformats.org/officeDocument/2006/relationships" id="263" r:id="R905fbecab4a04370"/>
    <p:sldId xmlns:r="http://schemas.openxmlformats.org/officeDocument/2006/relationships" id="264" r:id="R56f959970d184598"/>
    <p:sldId xmlns:r="http://schemas.openxmlformats.org/officeDocument/2006/relationships" id="265" r:id="Rf55f63188d804c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686c0109874def" /><Relationship Type="http://schemas.openxmlformats.org/officeDocument/2006/relationships/slideMaster" Target="/ppt/slideMasters/slideMaster1.xml" Id="R396fc9772c20489e" /><Relationship Type="http://schemas.openxmlformats.org/officeDocument/2006/relationships/notesMaster" Target="/ppt/notesMasters/notesMaster1.xml" Id="R80f04d9d8eed449a" /><Relationship Type="http://schemas.openxmlformats.org/officeDocument/2006/relationships/presProps" Target="/ppt/presProps.xml" Id="Ra4ba281075ee4750" /><Relationship Type="http://schemas.openxmlformats.org/officeDocument/2006/relationships/tableStyles" Target="/ppt/tableStyles.xml" Id="R527ecc072661408b" /><Relationship Type="http://schemas.openxmlformats.org/officeDocument/2006/relationships/slide" Target="/ppt/slides/slide1.xml" Id="R5908fbefed7b47f8" /><Relationship Type="http://schemas.openxmlformats.org/officeDocument/2006/relationships/slide" Target="/ppt/slides/slide2.xml" Id="R586c971c65c442e6" /><Relationship Type="http://schemas.openxmlformats.org/officeDocument/2006/relationships/slide" Target="/ppt/slides/slide3.xml" Id="Rb463a08517c248de" /><Relationship Type="http://schemas.openxmlformats.org/officeDocument/2006/relationships/slide" Target="/ppt/slides/slide4.xml" Id="Rfc7a25e621c94bc7" /><Relationship Type="http://schemas.openxmlformats.org/officeDocument/2006/relationships/slide" Target="/ppt/slides/slide5.xml" Id="R9a8cdc6feba440d0" /><Relationship Type="http://schemas.openxmlformats.org/officeDocument/2006/relationships/slide" Target="/ppt/slides/slide6.xml" Id="R4a33e2a1ecbf4018" /><Relationship Type="http://schemas.openxmlformats.org/officeDocument/2006/relationships/slide" Target="/ppt/slides/slide7.xml" Id="R8765a145ad004815" /><Relationship Type="http://schemas.openxmlformats.org/officeDocument/2006/relationships/slide" Target="/ppt/slides/slide8.xml" Id="R905fbecab4a04370" /><Relationship Type="http://schemas.openxmlformats.org/officeDocument/2006/relationships/slide" Target="/ppt/slides/slide9.xml" Id="R56f959970d184598" /><Relationship Type="http://schemas.openxmlformats.org/officeDocument/2006/relationships/slide" Target="/ppt/slides/slide10.xml" Id="Rf55f63188d80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cec617bffb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7ee1616de4b1f" /><Relationship Type="http://schemas.openxmlformats.org/officeDocument/2006/relationships/notesMaster" Target="/ppt/notesMasters/notesMaster1.xml" Id="R88d6c69dfeeb46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9501a90ec45ff" /><Relationship Type="http://schemas.openxmlformats.org/officeDocument/2006/relationships/notesMaster" Target="/ppt/notesMasters/notesMaster1.xml" Id="R47cbaebcf3b748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7d1cdf0ed4441" /><Relationship Type="http://schemas.openxmlformats.org/officeDocument/2006/relationships/notesMaster" Target="/ppt/notesMasters/notesMaster1.xml" Id="Rcea790c235744c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f69263fff4b26" /><Relationship Type="http://schemas.openxmlformats.org/officeDocument/2006/relationships/notesMaster" Target="/ppt/notesMasters/notesMaster1.xml" Id="R1462e323e0cc4c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f251f4ebd54c35" /><Relationship Type="http://schemas.openxmlformats.org/officeDocument/2006/relationships/notesMaster" Target="/ppt/notesMasters/notesMaster1.xml" Id="Rd1f24f0c444947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9f55c694d94d2f" /><Relationship Type="http://schemas.openxmlformats.org/officeDocument/2006/relationships/notesMaster" Target="/ppt/notesMasters/notesMaster1.xml" Id="R3809fc248b1e4c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f9a27209114820" /><Relationship Type="http://schemas.openxmlformats.org/officeDocument/2006/relationships/notesMaster" Target="/ppt/notesMasters/notesMaster1.xml" Id="Rd6e6c6ac6ee341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18b3a52ef7404a" /><Relationship Type="http://schemas.openxmlformats.org/officeDocument/2006/relationships/notesMaster" Target="/ppt/notesMasters/notesMaster1.xml" Id="R8a1fe96eb2be49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e94382cb5941c0" /><Relationship Type="http://schemas.openxmlformats.org/officeDocument/2006/relationships/notesMaster" Target="/ppt/notesMasters/notesMaster1.xml" Id="Rbe2fb580cb634c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7aac653b094eaa" /><Relationship Type="http://schemas.openxmlformats.org/officeDocument/2006/relationships/notesMaster" Target="/ppt/notesMasters/notesMaster1.xml" Id="Rba66d485b809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Interpret division as a fraction. Standard: NC.5.NF.3.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amount being shared. Divide each whole into equal shares; combine each person’s parts.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8 ÷ 5 = 8/5 = 8/5. Split each strip into 5 equal parts; each student gets 8 such parts.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9 ÷ 3 = 9/3 = 3. Split each strip into 3 equal parts; each student gets 9 such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 ÷ 4 = 2/4 = 1/2. Split each strip into 4 equal parts; each student gets 2 such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4 ÷ 5 = 4/5 = 4/5. Split each strip into 5 equal parts; each student gets 4 such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7 ÷ 8 = 7/8 = 7/8. Split each strip into 8 equal parts; each student gets 7 such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9 ÷ 2 = 9/2 = 9/2. Split each strip into 2 equal parts; each student gets 9 such parts.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9 ÷ 3 = 9/3 = 3. Split each strip into 3 equal parts; each student gets 9 such parts.</a:t>
            </a:r>
          </a:p>
          <a:p xmlns:a="http://schemas.openxmlformats.org/drawingml/2006/main">
            <a:r>
              <a:t>2. 2 ÷ 4 = 2/4 = 1/2. Split each strip into 4 equal parts; each student gets 2 such parts.</a:t>
            </a:r>
          </a:p>
          <a:p xmlns:a="http://schemas.openxmlformats.org/drawingml/2006/main">
            <a:r>
              <a:t>3. 4 ÷ 5 = 4/5 = 4/5. Split each strip into 5 equal parts; each student gets 4 such parts.</a:t>
            </a:r>
          </a:p>
          <a:p xmlns:a="http://schemas.openxmlformats.org/drawingml/2006/main">
            <a:r>
              <a:t>4. 7 ÷ 8 = 7/8 = 7/8. Split each strip into 8 equal parts; each student gets 7 such parts.</a:t>
            </a:r>
          </a:p>
          <a:p xmlns:a="http://schemas.openxmlformats.org/drawingml/2006/main">
            <a:r>
              <a:t>Exit: 9 ÷ 2 = 9/2 = 9/2. Split each strip into 2 equal parts; each student gets 9 such parts.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dec761db14c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8ff7c5ef0420f" /><Relationship Type="http://schemas.openxmlformats.org/officeDocument/2006/relationships/slideLayout" Target="/ppt/slideLayouts/slideLayout1.xml" Id="Rf796e74812624e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6e74812624e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f675802624712" /><Relationship Type="http://schemas.openxmlformats.org/officeDocument/2006/relationships/image" Target="/ppt/media/image.png" Id="R1d3bb8e458b04af4" /><Relationship Type="http://schemas.openxmlformats.org/officeDocument/2006/relationships/image" Target="/ppt/media/image2.png" Id="R940f4cec7ee444ab" /><Relationship Type="http://schemas.openxmlformats.org/officeDocument/2006/relationships/notesSlide" Target="/ppt/notesSlides/notesSlide1.xml" Id="R9b4c0da770384b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de02db90d4082" /><Relationship Type="http://schemas.openxmlformats.org/officeDocument/2006/relationships/image" Target="/ppt/media/image3.png" Id="R7963a495fc2c460a" /><Relationship Type="http://schemas.openxmlformats.org/officeDocument/2006/relationships/notesSlide" Target="/ppt/notesSlides/notesSlide2.xml" Id="R9df96f5d45b944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1d90253d94810" /><Relationship Type="http://schemas.openxmlformats.org/officeDocument/2006/relationships/image" Target="/ppt/media/image4.png" Id="R3ef9282bb8154ec4" /><Relationship Type="http://schemas.openxmlformats.org/officeDocument/2006/relationships/notesSlide" Target="/ppt/notesSlides/notesSlide3.xml" Id="Rf450f6e75d6848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e379bf8a74b47" /><Relationship Type="http://schemas.openxmlformats.org/officeDocument/2006/relationships/image" Target="/ppt/media/image5.png" Id="R18ac63559a0f4118" /><Relationship Type="http://schemas.openxmlformats.org/officeDocument/2006/relationships/notesSlide" Target="/ppt/notesSlides/notesSlide4.xml" Id="Rc10c34787f2d4a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d50daab4b4ca8" /><Relationship Type="http://schemas.openxmlformats.org/officeDocument/2006/relationships/image" Target="/ppt/media/image6.png" Id="Rd250aec7b7224f71" /><Relationship Type="http://schemas.openxmlformats.org/officeDocument/2006/relationships/notesSlide" Target="/ppt/notesSlides/notesSlide5.xml" Id="Red142f76461b42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fdc283837485e" /><Relationship Type="http://schemas.openxmlformats.org/officeDocument/2006/relationships/image" Target="/ppt/media/image7.png" Id="Rf9edc879c0424282" /><Relationship Type="http://schemas.openxmlformats.org/officeDocument/2006/relationships/notesSlide" Target="/ppt/notesSlides/notesSlide6.xml" Id="R5523e57168cc44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219c8363545c3" /><Relationship Type="http://schemas.openxmlformats.org/officeDocument/2006/relationships/image" Target="/ppt/media/image8.png" Id="R7b2fc3dd3e2e4aac" /><Relationship Type="http://schemas.openxmlformats.org/officeDocument/2006/relationships/notesSlide" Target="/ppt/notesSlides/notesSlide7.xml" Id="R0aa3b0ada4c440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15ce9b8d84b8f" /><Relationship Type="http://schemas.openxmlformats.org/officeDocument/2006/relationships/image" Target="/ppt/media/image9.png" Id="R1de0116edbb545a3" /><Relationship Type="http://schemas.openxmlformats.org/officeDocument/2006/relationships/notesSlide" Target="/ppt/notesSlides/notesSlide8.xml" Id="Rd158ea87d66f4d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6b732ccd4353" /><Relationship Type="http://schemas.openxmlformats.org/officeDocument/2006/relationships/image" Target="/ppt/media/image10.png" Id="Ra08cd79ab768415c" /><Relationship Type="http://schemas.openxmlformats.org/officeDocument/2006/relationships/notesSlide" Target="/ppt/notesSlides/notesSlide9.xml" Id="R4be3b7d47fa94f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1925e62064a91" /><Relationship Type="http://schemas.openxmlformats.org/officeDocument/2006/relationships/image" Target="/ppt/media/image11.png" Id="R010f0e83c3424158" /><Relationship Type="http://schemas.openxmlformats.org/officeDocument/2006/relationships/notesSlide" Target="/ppt/notesSlides/notesSlide10.xml" Id="Rc5051b1a46fd42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0EA18-9144-4AA5-B79D-1D573D40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F55AE-CE07-4D8C-B710-22F53486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Sharing Quantities Fairly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bb8e458b04af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8B40D-C0B3-42BB-AF7B-16441D7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D9610-BE3B-4E3C-B767-77653136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f4cec7ee444ab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9DE6F-AD3A-45FB-BF5E-09D89485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5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NC.5.NF.3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9EB3-EA05-4EEB-A68E-04DFD5A8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Interpret division as a fraction.</a:t>
            </a:r>
          </a:p>
        </p:txBody>
      </p:sp>
    </p:spTree>
    <p:extLst>
      <p:ext uri="{BB962C8B-B14F-4D97-AF65-F5344CB8AC3E}">
        <p14:creationId xmlns:p14="http://schemas.microsoft.com/office/powerpoint/2010/main" val="1911810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DC1BC-294E-418A-B44F-D44F38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78DE-D0F2-4FFC-9C2D-6475F70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3a495fc2c460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1373D-694C-4348-B834-2B038BCD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C9F02-8A40-4FA0-924D-6A58246C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2A13E-C8BF-4285-97A9-4846945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430005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6F812-CEBE-4C54-9B69-2B0B890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B7D94-7CBA-4EFF-96DE-9AA8BB23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9282bb8154ec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73382-865F-4108-9D4A-DA3EFEB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DEDCC-B559-433C-9E14-8241B0A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A36E4-8698-47C8-A31B-E557E817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5 identical paper strips are shared equally among 7 students. How much of one strip does each student receive? Draw and label a sharing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4995F-8536-40A4-97A9-BA644D10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5 ÷ 7 = 5/7 = 5/7. Split each strip into 7 equal parts; each student gets 5 such parts.</a:t>
            </a:r>
          </a:p>
        </p:txBody>
      </p:sp>
    </p:spTree>
    <p:extLst>
      <p:ext uri="{BB962C8B-B14F-4D97-AF65-F5344CB8AC3E}">
        <p14:creationId xmlns:p14="http://schemas.microsoft.com/office/powerpoint/2010/main" val="528490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20594-3677-47CC-85FA-AB2AC9A0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A37E9-DEE8-43C7-B967-4C9CC287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c63559a0f411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21912-06CD-4BBE-87DC-4A99EE1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DA174-F2D3-40A7-9D14-C67D4A2F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41DFD-FEC0-4564-B4A4-A60440D4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8 identical paper strips are shared equally among 5 students. How much of one strip does each student receive? Draw and label a sharing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3EE56-7982-4228-95B5-1BEDBD9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975175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097EA-477A-415E-BED5-391F3A07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220F0-7B9C-4802-82C8-D5EAC030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0aec7b7224f7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4132-C848-41AD-BBF2-8B989284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A894E-25EB-4114-9636-753F6EAC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1674F-6216-47BF-9DA2-BC7BA53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9 identical paper strips are shared equally among 3 students. How much of one strip does each student receive? Draw and label a sharing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0B5C0-7D07-4DA9-BC54-39189E3C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382410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97ABF-1F69-49B7-878E-E1B97D5D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5B8DA-39DD-4B5F-88A4-53EBC73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dc879c042428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6F38B-325D-451C-8ABE-95AE0F04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5A5D5-AA9F-481A-8CFA-4C21FED2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EEC21-A9A0-44FC-A1DF-CB8EA151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 identical paper strips are shared equally among 4 students. How much of one strip does each student receive? Draw and label a sharing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6F7EE-E164-44F1-89BF-B15819D5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546560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5184F-4F65-4657-BC9A-7C66B72A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6978D-79B9-43D0-B819-605BF2A6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fc3dd3e2e4aa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BD291-D92A-4A0E-AFF0-14DBD44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1DC79-4E57-4552-AAAA-493AEDFC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4B99-0D61-4911-BD2B-3E4981D6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 identical paper strips are shared equally among 5 students. How much of one strip does each student receive? Draw and label a sharing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AFF98-2827-49AD-A7E7-13E4A5AA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381580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4367A-662F-411A-9F64-15274A97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55382-6435-4C5D-A920-CE348301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116edbb545a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7C8FB-6799-41D8-A841-96806244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18613-673D-4238-9826-414B781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B54ED-F652-4633-943E-3597BE41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7 identical paper strips are shared equally among 8 students. How much of one strip does each student receive? Draw and label a sharing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B18C3-5B36-4CD4-826A-BDCEACCF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17038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2445-0A22-4AF9-8516-8A2CDC40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AAC67-8B2F-4FCD-8799-4A2C12D7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cd79ab768415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04DEB-9E30-41A3-B10E-97662C03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D7B5F-7967-4C62-AD31-A883C82E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17B70-DBE6-42D0-8C4A-9CE1BA1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9 identical paper strips are shared equally among 2 students. How much of one strip does each student receive? Draw and label a sharing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1D788-21F4-4722-99D6-A503E50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21148673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910B4-71EA-4F76-8559-F67B3CA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B71AC-A5FF-4A8B-8862-9198290F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f0e83c342415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402A1-2EE9-4A30-96B6-9B0EB26B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19FFC-F26C-4FB1-9330-F1ABD9CE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D1831-896A-4AB2-8B72-F44BC070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3 of a strip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1/2 of a strip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4/5 of a strip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7/8 of a strip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BAC1D-AE86-4CCD-B59E-2C2A7E9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9/2 of a strip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692407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2026-09-15T01:31:48.3980000Z</dcterms:created>
  <dcterms:modified xsi:type="dcterms:W3CDTF">2026-09-15T01:31:48.3980000Z</dcterms:modified>
</coreProperties>
</file>