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52d8842404dde" /><Relationship Type="http://schemas.openxmlformats.org/officeDocument/2006/relationships/extended-properties" Target="/docProps/app.xml" Id="R15a5529f847946af" /><Relationship Type="http://schemas.openxmlformats.org/officeDocument/2006/relationships/officeDocument" Target="/ppt/presentation.xml" Id="Rdeeaed8b5d4742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5e758726794b62"/>
  </p:sldMasterIdLst>
  <p:notesMasterIdLst>
    <p:notesMasterId xmlns:r="http://schemas.openxmlformats.org/officeDocument/2006/relationships" r:id="Reddac171ccab4c76"/>
  </p:notesMasterIdLst>
  <p:sldIdLst>
    <p:sldId xmlns:r="http://schemas.openxmlformats.org/officeDocument/2006/relationships" id="256" r:id="Ra791f259e5ec46be"/>
    <p:sldId xmlns:r="http://schemas.openxmlformats.org/officeDocument/2006/relationships" id="257" r:id="R4e4aadc28afd4035"/>
    <p:sldId xmlns:r="http://schemas.openxmlformats.org/officeDocument/2006/relationships" id="258" r:id="Rdc790f71c0a24064"/>
    <p:sldId xmlns:r="http://schemas.openxmlformats.org/officeDocument/2006/relationships" id="259" r:id="R980ef70d630b49dc"/>
    <p:sldId xmlns:r="http://schemas.openxmlformats.org/officeDocument/2006/relationships" id="260" r:id="Rad7f818a26c7476f"/>
    <p:sldId xmlns:r="http://schemas.openxmlformats.org/officeDocument/2006/relationships" id="261" r:id="R8677a2990f544787"/>
    <p:sldId xmlns:r="http://schemas.openxmlformats.org/officeDocument/2006/relationships" id="262" r:id="Red298b30fd924464"/>
    <p:sldId xmlns:r="http://schemas.openxmlformats.org/officeDocument/2006/relationships" id="263" r:id="R7158fc9f7bb84581"/>
    <p:sldId xmlns:r="http://schemas.openxmlformats.org/officeDocument/2006/relationships" id="264" r:id="R68e619ef6b1d46b7"/>
    <p:sldId xmlns:r="http://schemas.openxmlformats.org/officeDocument/2006/relationships" id="265" r:id="R765b191a8bfa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fe405aa514f8e" /><Relationship Type="http://schemas.openxmlformats.org/officeDocument/2006/relationships/slideMaster" Target="/ppt/slideMasters/slideMaster1.xml" Id="Rf75e758726794b62" /><Relationship Type="http://schemas.openxmlformats.org/officeDocument/2006/relationships/notesMaster" Target="/ppt/notesMasters/notesMaster1.xml" Id="Reddac171ccab4c76" /><Relationship Type="http://schemas.openxmlformats.org/officeDocument/2006/relationships/presProps" Target="/ppt/presProps.xml" Id="R81271cf482224b57" /><Relationship Type="http://schemas.openxmlformats.org/officeDocument/2006/relationships/tableStyles" Target="/ppt/tableStyles.xml" Id="Radeab9aa7ad140c8" /><Relationship Type="http://schemas.openxmlformats.org/officeDocument/2006/relationships/slide" Target="/ppt/slides/slide1.xml" Id="Ra791f259e5ec46be" /><Relationship Type="http://schemas.openxmlformats.org/officeDocument/2006/relationships/slide" Target="/ppt/slides/slide2.xml" Id="R4e4aadc28afd4035" /><Relationship Type="http://schemas.openxmlformats.org/officeDocument/2006/relationships/slide" Target="/ppt/slides/slide3.xml" Id="Rdc790f71c0a24064" /><Relationship Type="http://schemas.openxmlformats.org/officeDocument/2006/relationships/slide" Target="/ppt/slides/slide4.xml" Id="R980ef70d630b49dc" /><Relationship Type="http://schemas.openxmlformats.org/officeDocument/2006/relationships/slide" Target="/ppt/slides/slide5.xml" Id="Rad7f818a26c7476f" /><Relationship Type="http://schemas.openxmlformats.org/officeDocument/2006/relationships/slide" Target="/ppt/slides/slide6.xml" Id="R8677a2990f544787" /><Relationship Type="http://schemas.openxmlformats.org/officeDocument/2006/relationships/slide" Target="/ppt/slides/slide7.xml" Id="Red298b30fd924464" /><Relationship Type="http://schemas.openxmlformats.org/officeDocument/2006/relationships/slide" Target="/ppt/slides/slide8.xml" Id="R7158fc9f7bb84581" /><Relationship Type="http://schemas.openxmlformats.org/officeDocument/2006/relationships/slide" Target="/ppt/slides/slide9.xml" Id="R68e619ef6b1d46b7" /><Relationship Type="http://schemas.openxmlformats.org/officeDocument/2006/relationships/slide" Target="/ppt/slides/slide10.xml" Id="R765b191a8bfa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a87ca8631b4a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39c71a360414c" /><Relationship Type="http://schemas.openxmlformats.org/officeDocument/2006/relationships/notesMaster" Target="/ppt/notesMasters/notesMaster1.xml" Id="R01b43ddc8dd8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9e75bf16ad4751" /><Relationship Type="http://schemas.openxmlformats.org/officeDocument/2006/relationships/notesMaster" Target="/ppt/notesMasters/notesMaster1.xml" Id="Rc6ef0b10120143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4fd986864f46e9" /><Relationship Type="http://schemas.openxmlformats.org/officeDocument/2006/relationships/notesMaster" Target="/ppt/notesMasters/notesMaster1.xml" Id="Rf18637f3fdf14f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3b2da7ce5d4a36" /><Relationship Type="http://schemas.openxmlformats.org/officeDocument/2006/relationships/notesMaster" Target="/ppt/notesMasters/notesMaster1.xml" Id="R224ca37e15b04f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7559f69c5c42aa" /><Relationship Type="http://schemas.openxmlformats.org/officeDocument/2006/relationships/notesMaster" Target="/ppt/notesMasters/notesMaster1.xml" Id="R012ef3efc7fd4f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2ef438a3f743a6" /><Relationship Type="http://schemas.openxmlformats.org/officeDocument/2006/relationships/notesMaster" Target="/ppt/notesMasters/notesMaster1.xml" Id="Rf87b7a47622b4d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88e752e2d54747" /><Relationship Type="http://schemas.openxmlformats.org/officeDocument/2006/relationships/notesMaster" Target="/ppt/notesMasters/notesMaster1.xml" Id="Rcedeb15b38f74a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6a9ed2d5b34c94" /><Relationship Type="http://schemas.openxmlformats.org/officeDocument/2006/relationships/notesMaster" Target="/ppt/notesMasters/notesMaster1.xml" Id="R8ad9e3c780b14c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2797e414e74beb" /><Relationship Type="http://schemas.openxmlformats.org/officeDocument/2006/relationships/notesMaster" Target="/ppt/notesMasters/notesMaster1.xml" Id="Rb7d3b1ed0da04f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818cb672c04ecd" /><Relationship Type="http://schemas.openxmlformats.org/officeDocument/2006/relationships/notesMaster" Target="/ppt/notesMasters/notesMaster1.xml" Id="Raa57446a052a46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Explain multi-digit addition and subtraction. Standard: NC.4.NBT.4.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 equal place values, record each regroup, and use an estimate and inverse operation to check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Subtract by place value: 56,377 − 39,830 = 16,547. Inverse check: 16,547 + 39,830 = 56,377.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Combine equal place values and regroup: 20,589 + 30,769 = 51,358. Check by subtracting 20,589.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by place value: 54,310 − 29,578 = 24,732. Inverse check: 24,732 + 29,578 = 54,310.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Combine equal place values and regroup: 37,663 + 18,090 = 55,753. Check by subtracting 37,663.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Subtract by place value: 56,897 − 36,384 = 20,513. Inverse check: 20,513 + 36,384 = 56,897.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Combine equal place values and regroup: 43,840 + 21,535 = 65,375. Check by subtracting 43,840.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Combine equal place values and regroup: 20,589 + 30,769 = 51,358. Check by subtracting 20,589.</a:t>
            </a:r>
          </a:p>
          <a:p xmlns:a="http://schemas.openxmlformats.org/drawingml/2006/main">
            <a:r>
              <a:t>2. Subtract by place value: 54,310 − 29,578 = 24,732. Inverse check: 24,732 + 29,578 = 54,310.</a:t>
            </a:r>
          </a:p>
          <a:p xmlns:a="http://schemas.openxmlformats.org/drawingml/2006/main">
            <a:r>
              <a:t>3. Combine equal place values and regroup: 37,663 + 18,090 = 55,753. Check by subtracting 37,663.</a:t>
            </a:r>
          </a:p>
          <a:p xmlns:a="http://schemas.openxmlformats.org/drawingml/2006/main">
            <a:r>
              <a:t>4. Subtract by place value: 56,897 − 36,384 = 20,513. Inverse check: 20,513 + 36,384 = 56,897.</a:t>
            </a:r>
          </a:p>
          <a:p xmlns:a="http://schemas.openxmlformats.org/drawingml/2006/main">
            <a:r>
              <a:t>Exit: Combine equal place values and regroup: 43,840 + 21,535 = 65,375. Check by subtracting 43,840.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e9f2f221c41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73c003f69d4cdc" /><Relationship Type="http://schemas.openxmlformats.org/officeDocument/2006/relationships/slideLayout" Target="/ppt/slideLayouts/slideLayout1.xml" Id="R526f4088c76741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6f4088c76741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8ea33f6da4d85" /><Relationship Type="http://schemas.openxmlformats.org/officeDocument/2006/relationships/image" Target="/ppt/media/image.png" Id="Ree33c60ec0e647e2" /><Relationship Type="http://schemas.openxmlformats.org/officeDocument/2006/relationships/image" Target="/ppt/media/image2.png" Id="R05a49983f04c411e" /><Relationship Type="http://schemas.openxmlformats.org/officeDocument/2006/relationships/notesSlide" Target="/ppt/notesSlides/notesSlide1.xml" Id="R9f25614ae86440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435c9dc524ff2" /><Relationship Type="http://schemas.openxmlformats.org/officeDocument/2006/relationships/image" Target="/ppt/media/image3.png" Id="R9997bab6b6844325" /><Relationship Type="http://schemas.openxmlformats.org/officeDocument/2006/relationships/notesSlide" Target="/ppt/notesSlides/notesSlide2.xml" Id="Rbfd3b8403ec44b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8af4b06314bd7" /><Relationship Type="http://schemas.openxmlformats.org/officeDocument/2006/relationships/image" Target="/ppt/media/image4.png" Id="Re4118135b0464b4b" /><Relationship Type="http://schemas.openxmlformats.org/officeDocument/2006/relationships/notesSlide" Target="/ppt/notesSlides/notesSlide3.xml" Id="R237d5998cb8146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2ff7e5224446" /><Relationship Type="http://schemas.openxmlformats.org/officeDocument/2006/relationships/image" Target="/ppt/media/image5.png" Id="R0093f944938f44d3" /><Relationship Type="http://schemas.openxmlformats.org/officeDocument/2006/relationships/notesSlide" Target="/ppt/notesSlides/notesSlide4.xml" Id="Rec4fdf53a274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badb8b5a14061" /><Relationship Type="http://schemas.openxmlformats.org/officeDocument/2006/relationships/image" Target="/ppt/media/image6.png" Id="Rfac0ac8c5b284021" /><Relationship Type="http://schemas.openxmlformats.org/officeDocument/2006/relationships/notesSlide" Target="/ppt/notesSlides/notesSlide5.xml" Id="R959244ba44cd42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b616cd3ce48cf" /><Relationship Type="http://schemas.openxmlformats.org/officeDocument/2006/relationships/image" Target="/ppt/media/image7.png" Id="R0719d728aed04f7e" /><Relationship Type="http://schemas.openxmlformats.org/officeDocument/2006/relationships/notesSlide" Target="/ppt/notesSlides/notesSlide6.xml" Id="R548230666cc24c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69603afaa46e5" /><Relationship Type="http://schemas.openxmlformats.org/officeDocument/2006/relationships/image" Target="/ppt/media/image8.png" Id="R9a8b5a07dd1c4d28" /><Relationship Type="http://schemas.openxmlformats.org/officeDocument/2006/relationships/notesSlide" Target="/ppt/notesSlides/notesSlide7.xml" Id="R960064bc18e445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dd4c74c564acf" /><Relationship Type="http://schemas.openxmlformats.org/officeDocument/2006/relationships/image" Target="/ppt/media/image9.png" Id="Ra4d4769526a546cc" /><Relationship Type="http://schemas.openxmlformats.org/officeDocument/2006/relationships/notesSlide" Target="/ppt/notesSlides/notesSlide8.xml" Id="Rb3a2612c3b3c4b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5df28aea049d2" /><Relationship Type="http://schemas.openxmlformats.org/officeDocument/2006/relationships/image" Target="/ppt/media/image10.png" Id="R7f64b7c191d74aab" /><Relationship Type="http://schemas.openxmlformats.org/officeDocument/2006/relationships/notesSlide" Target="/ppt/notesSlides/notesSlide9.xml" Id="R1f5b0fcfe44f45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0055cd1aa407f" /><Relationship Type="http://schemas.openxmlformats.org/officeDocument/2006/relationships/image" Target="/ppt/media/image11.png" Id="R1be146d098d64115" /><Relationship Type="http://schemas.openxmlformats.org/officeDocument/2006/relationships/notesSlide" Target="/ppt/notesSlides/notesSlide10.xml" Id="R5829080638a840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38BDC-DAD4-4CA4-AFCB-C14403B1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569DE-2934-40B0-8975-DFA9D58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Regrouping with Large Numbers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3c60ec0e647e2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09337-C051-46A9-898A-9D940FBD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797F8-90ED-4AA3-ADB5-D27029B4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49983f04c411e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91629-E7CB-4E82-AC95-E22C00D1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4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NC.4.NBT.4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07679-9CFB-4371-A9AE-6C345E0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Explain multi-digit addition and subtraction.</a:t>
            </a:r>
          </a:p>
        </p:txBody>
      </p:sp>
    </p:spTree>
    <p:extLst>
      <p:ext uri="{BB962C8B-B14F-4D97-AF65-F5344CB8AC3E}">
        <p14:creationId xmlns:p14="http://schemas.microsoft.com/office/powerpoint/2010/main" val="1467837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A46DE-1000-4E9B-8ABC-4BB7481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9FC9E-1D36-47A8-A4FE-C7F98C5A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bab6b684432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BC299-BD7D-4FF8-9AD6-2D6FC08F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3C9E4-7061-408E-B4C7-4D3B980B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5988B-9DE6-43C1-9BB0-32D493CE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384220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FF752-4A9A-453A-B0AC-D2BFB826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D96D0-C427-43CF-BD1B-3798E073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18135b0464b4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0E5A7-43FE-4D12-9E0C-D09593CF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D5F97-3D06-4419-B552-9EBF72EF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CEA31-8D24-4E23-A6A8-9115322C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39,768 + 41,652.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F31C2-B080-4CB7-ABF1-20C9F55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Combine equal place values and regroup: 39,768 + 41,652 = 81,420. Check by subtracting 39,768.</a:t>
            </a:r>
          </a:p>
        </p:txBody>
      </p:sp>
    </p:spTree>
    <p:extLst>
      <p:ext uri="{BB962C8B-B14F-4D97-AF65-F5344CB8AC3E}">
        <p14:creationId xmlns:p14="http://schemas.microsoft.com/office/powerpoint/2010/main" val="933415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4445F-089A-4F7D-91EA-152738A6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68615-35B1-4A2A-B7EA-CB8BC74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3f944938f44d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7E720-413E-4A74-9163-1745B9A4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EAA8C-87A6-4774-BB9D-D497656D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103FE-D579-4CAD-8887-E7551CE1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56,377 − 39,830.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25911-1FF2-4D4A-8562-54808221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793277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A3EEE-530D-4B24-A69B-C10F52D2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6C03E-6C8F-4E15-81B8-DA199030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0ac8c5b284021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34F06-DCA3-4908-BD1C-C599E13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7B05E-A91C-42DE-96E9-86A7CC8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87AB7-0A80-40BF-9C6C-D1C5CC16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20,589 + 30,769.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CABE1-8CE9-4E99-A468-2A3AF7F9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311365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329C6-EBEC-4563-BCB2-AE53110B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BC570-21FD-4293-AB55-6E04D881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d728aed04f7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DC133-3388-4D69-B3C4-B0EFA6B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D307E-0489-4834-8F2C-B369DBBC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9CED6-292D-42C1-907B-B209FEBF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54,310 − 29,578.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BEA54-B11D-4A18-A72A-EB19F0F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4974823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FF9B7-81DF-486A-8209-F1792BB4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58E1C-3F07-4802-BAE8-9F81072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b5a07dd1c4d2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81226-D5C8-49C0-A3A6-0D2E9565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4D976-793F-430A-8FB6-16AB42C1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A8E8E-9616-4E12-9AB4-8AABBC90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37,663 + 18,090.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96CCF-0B9D-4592-8BD7-5C137358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021552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51B97-9D40-4647-B070-8513114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20541-9784-434A-8032-A69E56ED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4769526a546c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2BB1-D14D-4460-A13F-06999BA4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2CB56-5B2B-4322-9D06-3717DF81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59C96-669C-490E-A4DB-207FD6ED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56,897 − 36,384.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2BF93-9EF1-4FEC-9C08-72652DD9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456219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BD3799-CB06-42E0-823A-B9454F42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98C3F-52AD-4300-92C8-16B43BB3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4b7c191d74aa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369DE-6ED1-4AB6-B93A-4A77B16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2C5CC-71A6-4137-B09C-CA49C66C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FAAF8-B241-48CE-8659-051398B3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Find 43,840 + 21,535. Show a place-value method and a different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AC10F-F9BC-4952-9C55-D154C8E8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3985452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EEA40-7711-4A09-AAFA-3B790A3B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51202-F65C-44F8-9C65-67AC3A3F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146d098d6411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F31FE-50A4-422E-9019-63D22118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6917-BBAF-411E-AEDB-03BF56E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B0164-84D5-4035-8B2A-2D8BECC3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1. 51,358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2. 24,732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3. 55,753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4. 20,513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DC5DC-B67A-4341-8334-91802E4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65,375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922318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2026-09-15T01:31:36.6660000Z</dcterms:created>
  <dcterms:modified xsi:type="dcterms:W3CDTF">2026-09-15T01:31:36.6660000Z</dcterms:modified>
</coreProperties>
</file>