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116678d7d942df" /><Relationship Type="http://schemas.openxmlformats.org/officeDocument/2006/relationships/extended-properties" Target="/docProps/app.xml" Id="R4d25c51f92d94456" /><Relationship Type="http://schemas.openxmlformats.org/officeDocument/2006/relationships/officeDocument" Target="/ppt/presentation.xml" Id="R4dea808acf8f4a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4fa4a065e34c2b"/>
  </p:sldMasterIdLst>
  <p:notesMasterIdLst>
    <p:notesMasterId xmlns:r="http://schemas.openxmlformats.org/officeDocument/2006/relationships" r:id="Rb5a19f14d2e74b08"/>
  </p:notesMasterIdLst>
  <p:sldIdLst>
    <p:sldId xmlns:r="http://schemas.openxmlformats.org/officeDocument/2006/relationships" id="256" r:id="R15f271a5f09e427d"/>
    <p:sldId xmlns:r="http://schemas.openxmlformats.org/officeDocument/2006/relationships" id="257" r:id="Rd37da4b28c234ba4"/>
    <p:sldId xmlns:r="http://schemas.openxmlformats.org/officeDocument/2006/relationships" id="258" r:id="R5471b439f24a451a"/>
    <p:sldId xmlns:r="http://schemas.openxmlformats.org/officeDocument/2006/relationships" id="259" r:id="R4fa9ec5b4cd64d9f"/>
    <p:sldId xmlns:r="http://schemas.openxmlformats.org/officeDocument/2006/relationships" id="260" r:id="R2cf867babd4640c7"/>
    <p:sldId xmlns:r="http://schemas.openxmlformats.org/officeDocument/2006/relationships" id="261" r:id="R4a8e1b5f04734753"/>
    <p:sldId xmlns:r="http://schemas.openxmlformats.org/officeDocument/2006/relationships" id="262" r:id="R89f8e81f1ca54846"/>
    <p:sldId xmlns:r="http://schemas.openxmlformats.org/officeDocument/2006/relationships" id="263" r:id="Rf3dfbb7c1ee140fa"/>
    <p:sldId xmlns:r="http://schemas.openxmlformats.org/officeDocument/2006/relationships" id="264" r:id="Ra7cf7dfed2af4286"/>
    <p:sldId xmlns:r="http://schemas.openxmlformats.org/officeDocument/2006/relationships" id="265" r:id="R8c224ec76d1844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a1a2626f04486c" /><Relationship Type="http://schemas.openxmlformats.org/officeDocument/2006/relationships/slideMaster" Target="/ppt/slideMasters/slideMaster1.xml" Id="Rb94fa4a065e34c2b" /><Relationship Type="http://schemas.openxmlformats.org/officeDocument/2006/relationships/notesMaster" Target="/ppt/notesMasters/notesMaster1.xml" Id="Rb5a19f14d2e74b08" /><Relationship Type="http://schemas.openxmlformats.org/officeDocument/2006/relationships/presProps" Target="/ppt/presProps.xml" Id="R11a88cb407534068" /><Relationship Type="http://schemas.openxmlformats.org/officeDocument/2006/relationships/tableStyles" Target="/ppt/tableStyles.xml" Id="R2ee96c1038ae4a97" /><Relationship Type="http://schemas.openxmlformats.org/officeDocument/2006/relationships/slide" Target="/ppt/slides/slide1.xml" Id="R15f271a5f09e427d" /><Relationship Type="http://schemas.openxmlformats.org/officeDocument/2006/relationships/slide" Target="/ppt/slides/slide2.xml" Id="Rd37da4b28c234ba4" /><Relationship Type="http://schemas.openxmlformats.org/officeDocument/2006/relationships/slide" Target="/ppt/slides/slide3.xml" Id="R5471b439f24a451a" /><Relationship Type="http://schemas.openxmlformats.org/officeDocument/2006/relationships/slide" Target="/ppt/slides/slide4.xml" Id="R4fa9ec5b4cd64d9f" /><Relationship Type="http://schemas.openxmlformats.org/officeDocument/2006/relationships/slide" Target="/ppt/slides/slide5.xml" Id="R2cf867babd4640c7" /><Relationship Type="http://schemas.openxmlformats.org/officeDocument/2006/relationships/slide" Target="/ppt/slides/slide6.xml" Id="R4a8e1b5f04734753" /><Relationship Type="http://schemas.openxmlformats.org/officeDocument/2006/relationships/slide" Target="/ppt/slides/slide7.xml" Id="R89f8e81f1ca54846" /><Relationship Type="http://schemas.openxmlformats.org/officeDocument/2006/relationships/slide" Target="/ppt/slides/slide8.xml" Id="Rf3dfbb7c1ee140fa" /><Relationship Type="http://schemas.openxmlformats.org/officeDocument/2006/relationships/slide" Target="/ppt/slides/slide9.xml" Id="Ra7cf7dfed2af4286" /><Relationship Type="http://schemas.openxmlformats.org/officeDocument/2006/relationships/slide" Target="/ppt/slides/slide10.xml" Id="R8c224ec76d18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5dcbae286e42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bb5c887cfa471a" /><Relationship Type="http://schemas.openxmlformats.org/officeDocument/2006/relationships/notesMaster" Target="/ppt/notesMasters/notesMaster1.xml" Id="R3110c3e5cb2a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1bc9d656604b43" /><Relationship Type="http://schemas.openxmlformats.org/officeDocument/2006/relationships/notesMaster" Target="/ppt/notesMasters/notesMaster1.xml" Id="R0b8d5e9ec6ca43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e5361f8c3446fa" /><Relationship Type="http://schemas.openxmlformats.org/officeDocument/2006/relationships/notesMaster" Target="/ppt/notesMasters/notesMaster1.xml" Id="R679e947bae0447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60e32be41941a6" /><Relationship Type="http://schemas.openxmlformats.org/officeDocument/2006/relationships/notesMaster" Target="/ppt/notesMasters/notesMaster1.xml" Id="R3e90cdfeaa604e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b149dfad554f1a" /><Relationship Type="http://schemas.openxmlformats.org/officeDocument/2006/relationships/notesMaster" Target="/ppt/notesMasters/notesMaster1.xml" Id="Re601319e758a47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35e652536c4779" /><Relationship Type="http://schemas.openxmlformats.org/officeDocument/2006/relationships/notesMaster" Target="/ppt/notesMasters/notesMaster1.xml" Id="R0c02052c786d48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ce30768bde4926" /><Relationship Type="http://schemas.openxmlformats.org/officeDocument/2006/relationships/notesMaster" Target="/ppt/notesMasters/notesMaster1.xml" Id="Rfd2e2c4fea634e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1c9b6abc1e49d0" /><Relationship Type="http://schemas.openxmlformats.org/officeDocument/2006/relationships/notesMaster" Target="/ppt/notesMasters/notesMaster1.xml" Id="R4742fbff3fac40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065a5611ff4bf1" /><Relationship Type="http://schemas.openxmlformats.org/officeDocument/2006/relationships/notesMaster" Target="/ppt/notesMasters/notesMaster1.xml" Id="R828fc7de8d5349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1c25d603cf42d4" /><Relationship Type="http://schemas.openxmlformats.org/officeDocument/2006/relationships/notesMaster" Target="/ppt/notesMasters/notesMaster1.xml" Id="R1d9e79f6d45342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Solve and classify linear equations. Standard: NC.8.EE.7.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variable terms on one side and constants on the other. An always-true statement has infinitely many solutions; a contradiction has none.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Subtract 8x and 5: 3x = 30. Divide by 3: x = 10. Both original sides equal 115.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7x from each side to obtain 6 = 6, true for every real x.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6x to obtain 2 = 5, a contradiction.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9x and 8: 5x = 30. Divide by 5: x = 6. Both original sides equal 92.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8x and 3: 7x = -21. Divide by 7: x = -3. Both original sides equal -42.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Subtract 3x and 7: 2x = 10. Divide by 2: x = 5. Both original sides equal 32.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Subtract 7x from each side to obtain 6 = 6, true for every real x.</a:t>
            </a:r>
          </a:p>
          <a:p xmlns:a="http://schemas.openxmlformats.org/drawingml/2006/main">
            <a:r>
              <a:t>2. Subtract 6x to obtain 2 = 5, a contradiction.</a:t>
            </a:r>
          </a:p>
          <a:p xmlns:a="http://schemas.openxmlformats.org/drawingml/2006/main">
            <a:r>
              <a:t>3. Subtract 9x and 8: 5x = 30. Divide by 5: x = 6. Both original sides equal 92.</a:t>
            </a:r>
          </a:p>
          <a:p xmlns:a="http://schemas.openxmlformats.org/drawingml/2006/main">
            <a:r>
              <a:t>4. Subtract 8x and 3: 7x = -21. Divide by 7: x = -3. Both original sides equal -42.</a:t>
            </a:r>
          </a:p>
          <a:p xmlns:a="http://schemas.openxmlformats.org/drawingml/2006/main">
            <a:r>
              <a:t>Exit: Subtract 3x and 7: 2x = 10. Divide by 2: x = 5. Both original sides equal 32.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8265271e540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50143445634a7a" /><Relationship Type="http://schemas.openxmlformats.org/officeDocument/2006/relationships/slideLayout" Target="/ppt/slideLayouts/slideLayout1.xml" Id="R1e8e7f6166df4a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e7f6166df4a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99dde224a4231" /><Relationship Type="http://schemas.openxmlformats.org/officeDocument/2006/relationships/image" Target="/ppt/media/image.png" Id="R09a06e28614b4f00" /><Relationship Type="http://schemas.openxmlformats.org/officeDocument/2006/relationships/image" Target="/ppt/media/image2.png" Id="R9e5ea5c163a14469" /><Relationship Type="http://schemas.openxmlformats.org/officeDocument/2006/relationships/notesSlide" Target="/ppt/notesSlides/notesSlide1.xml" Id="Rbb776d97347540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096ff37ba44b1" /><Relationship Type="http://schemas.openxmlformats.org/officeDocument/2006/relationships/image" Target="/ppt/media/image3.png" Id="R94759885c80545fa" /><Relationship Type="http://schemas.openxmlformats.org/officeDocument/2006/relationships/notesSlide" Target="/ppt/notesSlides/notesSlide2.xml" Id="R8042d4fa79fe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71d80f3d94584" /><Relationship Type="http://schemas.openxmlformats.org/officeDocument/2006/relationships/image" Target="/ppt/media/image4.png" Id="R2af1a93366114603" /><Relationship Type="http://schemas.openxmlformats.org/officeDocument/2006/relationships/notesSlide" Target="/ppt/notesSlides/notesSlide3.xml" Id="R560a26c2a3994b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7a2086434400b" /><Relationship Type="http://schemas.openxmlformats.org/officeDocument/2006/relationships/image" Target="/ppt/media/image5.png" Id="Re611bbd103fe4dd7" /><Relationship Type="http://schemas.openxmlformats.org/officeDocument/2006/relationships/notesSlide" Target="/ppt/notesSlides/notesSlide4.xml" Id="R0a15c7fa6e964c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1b913a4924f32" /><Relationship Type="http://schemas.openxmlformats.org/officeDocument/2006/relationships/image" Target="/ppt/media/image6.png" Id="R3022819d5ddb4790" /><Relationship Type="http://schemas.openxmlformats.org/officeDocument/2006/relationships/notesSlide" Target="/ppt/notesSlides/notesSlide5.xml" Id="Rbe1be8d9a62b4b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92c5ea11945cc" /><Relationship Type="http://schemas.openxmlformats.org/officeDocument/2006/relationships/image" Target="/ppt/media/image7.png" Id="R26fcabed06d74aab" /><Relationship Type="http://schemas.openxmlformats.org/officeDocument/2006/relationships/notesSlide" Target="/ppt/notesSlides/notesSlide6.xml" Id="R8b19b2dffa6942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f4a0c53694036" /><Relationship Type="http://schemas.openxmlformats.org/officeDocument/2006/relationships/image" Target="/ppt/media/image8.png" Id="R277c13cf59174c46" /><Relationship Type="http://schemas.openxmlformats.org/officeDocument/2006/relationships/notesSlide" Target="/ppt/notesSlides/notesSlide7.xml" Id="R00b092e672c94a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3b6aea73d4214" /><Relationship Type="http://schemas.openxmlformats.org/officeDocument/2006/relationships/image" Target="/ppt/media/image9.png" Id="R1122a52f00284e18" /><Relationship Type="http://schemas.openxmlformats.org/officeDocument/2006/relationships/notesSlide" Target="/ppt/notesSlides/notesSlide8.xml" Id="R5719edffee6c45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5f87ae21e40cc" /><Relationship Type="http://schemas.openxmlformats.org/officeDocument/2006/relationships/image" Target="/ppt/media/image10.png" Id="Racab1e801e0b4582" /><Relationship Type="http://schemas.openxmlformats.org/officeDocument/2006/relationships/notesSlide" Target="/ppt/notesSlides/notesSlide9.xml" Id="R7a97577b464a48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cb53caa4f4d02" /><Relationship Type="http://schemas.openxmlformats.org/officeDocument/2006/relationships/image" Target="/ppt/media/image11.png" Id="R839deccd43be42df" /><Relationship Type="http://schemas.openxmlformats.org/officeDocument/2006/relationships/notesSlide" Target="/ppt/notesSlides/notesSlide10.xml" Id="R22f5cca62f5241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629D1-F135-412D-AAA7-D0345096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C6B42-40DC-4250-A20F-C40AD2AC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Variables on Both Sides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06e28614b4f0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6285D-658B-4D2A-A688-3A14A03B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7C826-4963-44F5-A118-DACACB71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ea5c163a14469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89150-7A93-456A-8ABC-503AFC09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8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NC.8.EE.7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9215F-8940-4220-A7A9-FADD0928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and classify linear equations.</a:t>
            </a:r>
          </a:p>
        </p:txBody>
      </p:sp>
    </p:spTree>
    <p:extLst>
      <p:ext uri="{BB962C8B-B14F-4D97-AF65-F5344CB8AC3E}">
        <p14:creationId xmlns:p14="http://schemas.microsoft.com/office/powerpoint/2010/main" val="1386556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D05BE-CC0D-4E45-B8FF-57630FCC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EFAF0-3DA1-4407-90C5-1340161A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59885c80545f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09D56-7BD9-44F1-80D4-E5E1E930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83866-4799-44C7-ADAC-12654CBE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F3D74-7D16-478A-81FC-F340BC11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253528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60EB1-CB79-4DBF-961B-45FD607F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BDF37-727E-48BF-8C7B-2B08170C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1a9336611460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9F979-E86E-48E9-AA00-13AB0D3F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82DB8-7A4D-4EB3-A6D5-C4F91AF0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A5A99-1185-4659-BA25-823FF6B3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12x + 4 = 7x + (-1). Show your work and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364E6-9092-462F-B573-37A5C48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Subtract 7x and 4: 5x = -5. Divide by 5: x = -1. Both original sides equal -8.</a:t>
            </a:r>
          </a:p>
        </p:txBody>
      </p:sp>
    </p:spTree>
    <p:extLst>
      <p:ext uri="{BB962C8B-B14F-4D97-AF65-F5344CB8AC3E}">
        <p14:creationId xmlns:p14="http://schemas.microsoft.com/office/powerpoint/2010/main" val="1241598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DFB73-949F-437A-A767-4532BF57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785B3-0358-4C0F-8D6C-12BC328C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1bbd103fe4dd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E07D0-CD3F-4FB7-A085-3B4595E6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64369-4D40-4B2F-89AE-1CA4387C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53651-9F47-479F-BEC6-3855CA10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11x + 5 = 8x + (35). Show your work and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AC5D7-5A8B-4AF7-9FEE-D5202669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520312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38936-DEBC-45F4-B422-46F9D770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BB4AE-D2C5-461A-A83A-9BB74D31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2819d5ddb479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13D5C-DF97-404F-950E-1022DEFA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3F187-591E-4534-85CD-CFA6C3A2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2AA19-58BF-482B-8AF1-15BDA90E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7x + 6 = 7x + 6. Classify the solution set and justify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FD750-B47D-46B5-AA02-5D84E15D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11616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413ED-C529-4E0D-AECF-1A4D2B06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1A62B-49FE-4248-AF7A-B09D845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cabed06d74aa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FF3B6-B09F-4603-8C61-C8699799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1FEDE-F279-4EC6-840E-07D93FC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A4F90-02CF-4C41-825F-5553E237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6x + 2 = 6x + 5. Classify the solution set and justify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4C013-8B65-409A-81B8-EF0C2FCE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951376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10F2A-EEA3-4BDC-AB04-172EE3FD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0A710-1346-451E-9F5F-AF027B63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c13cf59174c4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9CA70-568B-4A3D-B2B4-4A671C82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75D8B-556D-4DC7-9C61-69CA2AEE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2445C-20FA-483D-89F7-006D3831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14x + 8 = 9x + (38). Show your work and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5FF80-DC7C-420B-88DB-47D1AD51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0567842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7A9BC-E706-473A-BB2B-70D6AA76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C0161-6B9B-4F2F-BBBF-C3024F89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2a52f00284e1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5AEFD-E81B-4632-962B-8F1536A8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1DF09-1C38-416C-B2EA-52C5A069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21367-7EE9-4490-8511-9E9D7E5B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15x + 3 = 8x + (-18). Show your work and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92228-0395-4C19-A8C4-962909F3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1739952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E3945-FCA8-4685-BE8F-13BCA9F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06F97-1F1F-4017-8EE3-C20D9776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b1e801e0b458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3A741-028F-47AF-8A45-F80EB515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25654-D844-48C9-8CCA-C3ED95B0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3B9C8-020D-49F5-9AEB-35521F9B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5x + 7 = 3x + (17). Show your work and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447DA-EED2-4E42-9BAE-9FBA6936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6797814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CFB65-E74A-4996-B222-70BC8DDE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D52D7-2D32-40A3-B4E3-B7CAA45D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deccd43be42df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4E2F0-E2A8-4C7C-8056-C4EA1FC2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58133-4D44-46C5-AB89-5F7251A3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8D323-07CB-4C2C-8728-EF22546B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All real numbers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No solution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x =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x = -3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04C7C-DED4-4C86-BBB4-E835A404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x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797162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2026-09-15T01:32:43.2850000Z</dcterms:created>
  <dcterms:modified xsi:type="dcterms:W3CDTF">2026-09-15T01:32:43.2850000Z</dcterms:modified>
</coreProperties>
</file>