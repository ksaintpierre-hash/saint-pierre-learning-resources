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879753ab7746cc" /><Relationship Type="http://schemas.openxmlformats.org/officeDocument/2006/relationships/extended-properties" Target="/docProps/app.xml" Id="Ra01ac55ef5bc4059" /><Relationship Type="http://schemas.openxmlformats.org/officeDocument/2006/relationships/officeDocument" Target="/ppt/presentation.xml" Id="R84afd960fa6c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8ef5a1b9441b9"/>
  </p:sldMasterIdLst>
  <p:notesMasterIdLst>
    <p:notesMasterId xmlns:r="http://schemas.openxmlformats.org/officeDocument/2006/relationships" r:id="R570485c66dab4967"/>
  </p:notesMasterIdLst>
  <p:sldIdLst>
    <p:sldId xmlns:r="http://schemas.openxmlformats.org/officeDocument/2006/relationships" id="256" r:id="R46990109da3a4571"/>
    <p:sldId xmlns:r="http://schemas.openxmlformats.org/officeDocument/2006/relationships" id="257" r:id="Rbe6f16bfdd394205"/>
    <p:sldId xmlns:r="http://schemas.openxmlformats.org/officeDocument/2006/relationships" id="258" r:id="Rbd03a5adeaf340c8"/>
    <p:sldId xmlns:r="http://schemas.openxmlformats.org/officeDocument/2006/relationships" id="259" r:id="Rdc2e82630f7843f1"/>
    <p:sldId xmlns:r="http://schemas.openxmlformats.org/officeDocument/2006/relationships" id="260" r:id="R2425effc5aaa48c1"/>
    <p:sldId xmlns:r="http://schemas.openxmlformats.org/officeDocument/2006/relationships" id="261" r:id="R962c4e795db84819"/>
    <p:sldId xmlns:r="http://schemas.openxmlformats.org/officeDocument/2006/relationships" id="262" r:id="R161204af968d4330"/>
    <p:sldId xmlns:r="http://schemas.openxmlformats.org/officeDocument/2006/relationships" id="263" r:id="Ra609bd5be89c43f1"/>
    <p:sldId xmlns:r="http://schemas.openxmlformats.org/officeDocument/2006/relationships" id="264" r:id="R3ce4e192efe94bc9"/>
    <p:sldId xmlns:r="http://schemas.openxmlformats.org/officeDocument/2006/relationships" id="265" r:id="R33f4820dfa5943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20697b7fe4516" /><Relationship Type="http://schemas.openxmlformats.org/officeDocument/2006/relationships/slideMaster" Target="/ppt/slideMasters/slideMaster1.xml" Id="R8668ef5a1b9441b9" /><Relationship Type="http://schemas.openxmlformats.org/officeDocument/2006/relationships/notesMaster" Target="/ppt/notesMasters/notesMaster1.xml" Id="R570485c66dab4967" /><Relationship Type="http://schemas.openxmlformats.org/officeDocument/2006/relationships/presProps" Target="/ppt/presProps.xml" Id="R6cc8cdcab8714b37" /><Relationship Type="http://schemas.openxmlformats.org/officeDocument/2006/relationships/tableStyles" Target="/ppt/tableStyles.xml" Id="Ra27e376f2e70420d" /><Relationship Type="http://schemas.openxmlformats.org/officeDocument/2006/relationships/slide" Target="/ppt/slides/slide1.xml" Id="R46990109da3a4571" /><Relationship Type="http://schemas.openxmlformats.org/officeDocument/2006/relationships/slide" Target="/ppt/slides/slide2.xml" Id="Rbe6f16bfdd394205" /><Relationship Type="http://schemas.openxmlformats.org/officeDocument/2006/relationships/slide" Target="/ppt/slides/slide3.xml" Id="Rbd03a5adeaf340c8" /><Relationship Type="http://schemas.openxmlformats.org/officeDocument/2006/relationships/slide" Target="/ppt/slides/slide4.xml" Id="Rdc2e82630f7843f1" /><Relationship Type="http://schemas.openxmlformats.org/officeDocument/2006/relationships/slide" Target="/ppt/slides/slide5.xml" Id="R2425effc5aaa48c1" /><Relationship Type="http://schemas.openxmlformats.org/officeDocument/2006/relationships/slide" Target="/ppt/slides/slide6.xml" Id="R962c4e795db84819" /><Relationship Type="http://schemas.openxmlformats.org/officeDocument/2006/relationships/slide" Target="/ppt/slides/slide7.xml" Id="R161204af968d4330" /><Relationship Type="http://schemas.openxmlformats.org/officeDocument/2006/relationships/slide" Target="/ppt/slides/slide8.xml" Id="Ra609bd5be89c43f1" /><Relationship Type="http://schemas.openxmlformats.org/officeDocument/2006/relationships/slide" Target="/ppt/slides/slide9.xml" Id="R3ce4e192efe94bc9" /><Relationship Type="http://schemas.openxmlformats.org/officeDocument/2006/relationships/slide" Target="/ppt/slides/slide10.xml" Id="R33f4820dfa59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0fac26dd06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5dacd034b14bff" /><Relationship Type="http://schemas.openxmlformats.org/officeDocument/2006/relationships/notesMaster" Target="/ppt/notesMasters/notesMaster1.xml" Id="R51b9b124b08140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0e984d0df4941" /><Relationship Type="http://schemas.openxmlformats.org/officeDocument/2006/relationships/notesMaster" Target="/ppt/notesMasters/notesMaster1.xml" Id="R0fcec0cc9c8a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b8a6778664ffa" /><Relationship Type="http://schemas.openxmlformats.org/officeDocument/2006/relationships/notesMaster" Target="/ppt/notesMasters/notesMaster1.xml" Id="R13dc0e0d5cc944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659fe4c91b4895" /><Relationship Type="http://schemas.openxmlformats.org/officeDocument/2006/relationships/notesMaster" Target="/ppt/notesMasters/notesMaster1.xml" Id="Rdb4e77dd7fd0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4d43676dd24a93" /><Relationship Type="http://schemas.openxmlformats.org/officeDocument/2006/relationships/notesMaster" Target="/ppt/notesMasters/notesMaster1.xml" Id="Racccd34318b141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9a4a604d394fb6" /><Relationship Type="http://schemas.openxmlformats.org/officeDocument/2006/relationships/notesMaster" Target="/ppt/notesMasters/notesMaster1.xml" Id="R79892c59b7ed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f82fd29dae4628" /><Relationship Type="http://schemas.openxmlformats.org/officeDocument/2006/relationships/notesMaster" Target="/ppt/notesMasters/notesMaster1.xml" Id="Rb78c5afa9a6142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582be767a34c55" /><Relationship Type="http://schemas.openxmlformats.org/officeDocument/2006/relationships/notesMaster" Target="/ppt/notesMasters/notesMaster1.xml" Id="R5a7b3afc1b11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f435969c6f4081" /><Relationship Type="http://schemas.openxmlformats.org/officeDocument/2006/relationships/notesMaster" Target="/ppt/notesMasters/notesMaster1.xml" Id="R93ceb3e3f5a0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1a29ddfe0d4eb5" /><Relationship Type="http://schemas.openxmlformats.org/officeDocument/2006/relationships/notesMaster" Target="/ppt/notesMasters/notesMaster1.xml" Id="R0b813c324c0544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Generate equivalent exponential expressions. Standard: NC.8.EE.1.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 small powers as repeated factors. Multiplying like bases adds exponents; dividing subtracts them when the base is nonzero.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There are 5+4 = 9 factors of 4. Their product is 262144.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Cancel 3 nonzero factors from numerator and denominator. 5−3 = 2 factors remain.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5+2 = 7 factors of 2. Their product is 128.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Cancel 2 nonzero factors from numerator and denominator. 4−2 = 2 factors remain.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There are 4+1 = 5 factors of 5. Their product is 3125.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Cancel 3 nonzero factors from numerator and denominator. 6−3 = 3 factors remain.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Cancel 3 nonzero factors from numerator and denominator. 5−3 = 2 factors remain.</a:t>
            </a:r>
          </a:p>
          <a:p xmlns:a="http://schemas.openxmlformats.org/drawingml/2006/main">
            <a:r>
              <a:t>2. There are 5+2 = 7 factors of 2. Their product is 128.</a:t>
            </a:r>
          </a:p>
          <a:p xmlns:a="http://schemas.openxmlformats.org/drawingml/2006/main">
            <a:r>
              <a:t>3. Cancel 2 nonzero factors from numerator and denominator. 4−2 = 2 factors remain.</a:t>
            </a:r>
          </a:p>
          <a:p xmlns:a="http://schemas.openxmlformats.org/drawingml/2006/main">
            <a:r>
              <a:t>4. There are 4+1 = 5 factors of 5. Their product is 3125.</a:t>
            </a:r>
          </a:p>
          <a:p xmlns:a="http://schemas.openxmlformats.org/drawingml/2006/main">
            <a:r>
              <a:t>Exit: Cancel 3 nonzero factors from numerator and denominator. 6−3 = 3 factors remain.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0111126b6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c5ef99f904b16" /><Relationship Type="http://schemas.openxmlformats.org/officeDocument/2006/relationships/slideLayout" Target="/ppt/slideLayouts/slideLayout1.xml" Id="R19dbae838306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dbae838306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0163c2b1a4041" /><Relationship Type="http://schemas.openxmlformats.org/officeDocument/2006/relationships/image" Target="/ppt/media/image.png" Id="Rfd6e856410044bcc" /><Relationship Type="http://schemas.openxmlformats.org/officeDocument/2006/relationships/image" Target="/ppt/media/image2.png" Id="R96321828235b4973" /><Relationship Type="http://schemas.openxmlformats.org/officeDocument/2006/relationships/notesSlide" Target="/ppt/notesSlides/notesSlide1.xml" Id="Ra05445b7c0e5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31cbcb5794342" /><Relationship Type="http://schemas.openxmlformats.org/officeDocument/2006/relationships/image" Target="/ppt/media/image3.png" Id="R58b13eecc32440ad" /><Relationship Type="http://schemas.openxmlformats.org/officeDocument/2006/relationships/notesSlide" Target="/ppt/notesSlides/notesSlide2.xml" Id="Rbc90749295f2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28e65fde4252" /><Relationship Type="http://schemas.openxmlformats.org/officeDocument/2006/relationships/image" Target="/ppt/media/image4.png" Id="R991a14ed84b44505" /><Relationship Type="http://schemas.openxmlformats.org/officeDocument/2006/relationships/notesSlide" Target="/ppt/notesSlides/notesSlide3.xml" Id="R0a53308217e641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7674d35c349cb" /><Relationship Type="http://schemas.openxmlformats.org/officeDocument/2006/relationships/image" Target="/ppt/media/image5.png" Id="Rf5a3c4866a8c4ab1" /><Relationship Type="http://schemas.openxmlformats.org/officeDocument/2006/relationships/notesSlide" Target="/ppt/notesSlides/notesSlide4.xml" Id="Rf842a1ef252a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39284b26c4e23" /><Relationship Type="http://schemas.openxmlformats.org/officeDocument/2006/relationships/image" Target="/ppt/media/image6.png" Id="R481080d29ec64122" /><Relationship Type="http://schemas.openxmlformats.org/officeDocument/2006/relationships/notesSlide" Target="/ppt/notesSlides/notesSlide5.xml" Id="Rc799f082c783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814aaa90e4323" /><Relationship Type="http://schemas.openxmlformats.org/officeDocument/2006/relationships/image" Target="/ppt/media/image7.png" Id="R13a70e8f3f534521" /><Relationship Type="http://schemas.openxmlformats.org/officeDocument/2006/relationships/notesSlide" Target="/ppt/notesSlides/notesSlide6.xml" Id="R17a1091c1eda4b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b867e79e44f27" /><Relationship Type="http://schemas.openxmlformats.org/officeDocument/2006/relationships/image" Target="/ppt/media/image8.png" Id="R8c04f6198fb24003" /><Relationship Type="http://schemas.openxmlformats.org/officeDocument/2006/relationships/notesSlide" Target="/ppt/notesSlides/notesSlide7.xml" Id="R8c66bfb3ef6146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1986b2e8a4318" /><Relationship Type="http://schemas.openxmlformats.org/officeDocument/2006/relationships/image" Target="/ppt/media/image9.png" Id="R937d595deb604d9c" /><Relationship Type="http://schemas.openxmlformats.org/officeDocument/2006/relationships/notesSlide" Target="/ppt/notesSlides/notesSlide8.xml" Id="R982656815c714a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2fb1273284ca4" /><Relationship Type="http://schemas.openxmlformats.org/officeDocument/2006/relationships/image" Target="/ppt/media/image10.png" Id="R361354802fe741fb" /><Relationship Type="http://schemas.openxmlformats.org/officeDocument/2006/relationships/notesSlide" Target="/ppt/notesSlides/notesSlide9.xml" Id="Rf20b2f68f37b46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467a766f42f3" /><Relationship Type="http://schemas.openxmlformats.org/officeDocument/2006/relationships/image" Target="/ppt/media/image11.png" Id="R556925702a7b4a28" /><Relationship Type="http://schemas.openxmlformats.org/officeDocument/2006/relationships/notesSlide" Target="/ppt/notesSlides/notesSlide10.xml" Id="Rdfa3d5e0434241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4A5AD-7094-45BD-B605-E014EB9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1894C-AF0A-41F4-A7C4-CAFDC833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Exponent Rules with Reasons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e856410044bc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8D30B-17B0-483E-9964-F1F523B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6EE14-9A34-4B68-A59A-4F7C92A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21828235b4973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C0F22-6631-479C-A088-C508203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8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NC.8.EE.1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A495E-7ED2-454E-9D56-2E88C02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Generate equivalent exponential expressions.</a:t>
            </a:r>
          </a:p>
        </p:txBody>
      </p:sp>
    </p:spTree>
    <p:extLst>
      <p:ext uri="{BB962C8B-B14F-4D97-AF65-F5344CB8AC3E}">
        <p14:creationId xmlns:p14="http://schemas.microsoft.com/office/powerpoint/2010/main" val="250681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8BE40-5210-4415-9442-269B6701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DB633-765D-4677-9CAD-60363C28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13eecc32440a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0655D-C521-4756-8AB5-170B2C2D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3D3F-0719-433B-AF77-60C8124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E3129-24AF-400C-A661-7F9B6F4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955729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6E1AD-CA43-4364-A7A0-F984C14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60D4-4993-4C6E-B292-0FEEFA0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a14ed84b4450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C9EF9-F284-4EB8-B614-B1C2F8AF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5130B-42E9-4B03-931A-61B191DD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D9F28-8F38-453F-8389-F6ADA1F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2^7 ÷ 2^5 as one power and evaluate it. Explain by canceling equal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402C4-D163-4FE2-9B53-D9E67F0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Cancel 5 nonzero factors from numerator and denominator. 7−5 = 2 factors remain.</a:t>
            </a:r>
          </a:p>
        </p:txBody>
      </p:sp>
    </p:spTree>
    <p:extLst>
      <p:ext uri="{BB962C8B-B14F-4D97-AF65-F5344CB8AC3E}">
        <p14:creationId xmlns:p14="http://schemas.microsoft.com/office/powerpoint/2010/main" val="186324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E789-B729-498C-B096-F525CBF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C637A-A339-4F31-84D0-F0246BD9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3c4866a8c4ab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00E7F-9FF6-491A-AFE9-23DBD992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D134E-F65D-413E-AD80-C530A0C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EB8E6-7712-4A79-A4B6-81E9A141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(4^5)(4^4) as one power and evaluate it. Explain using repeated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542A8-9A24-47FE-92D4-62D1FCB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338832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5627B-0440-4FA8-90DC-3277A63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293E6-718C-4460-A161-38383B46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080d29ec6412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93A2F-EF0D-4221-95C7-E09AA695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B4250-4705-452C-8D31-C81D5415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03C82-566E-47DD-8186-A582C66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2^5 ÷ 2^3 as one power and evaluate it. Explain by canceling equal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F8DE3-C984-4395-9989-62415EE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226485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447F4-9BD5-4FB3-9222-29FE29DD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10277-70A6-45A8-B964-4FCC24B7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70e8f3f53452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55CC7-E950-4F65-9D16-3C9B53E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65319-0DF5-41B0-9850-E569441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720E0-810B-484E-85E8-2ECD1E4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(2^5)(2^2) as one power and evaluate it. Explain using repeated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E86C4-5235-4118-BCC6-05F8E09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66012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DE236-AB97-4555-A6DC-3017A50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F87F9-4A7C-4105-853D-CA2D909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4f6198fb2400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0199-491E-4E66-B39D-B6A10DB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668CE-698A-4F7F-A6FF-BD5F45B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E240F-3CD7-45AD-A395-FEA64989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5^4 ÷ 5^2 as one power and evaluate it. Explain by canceling equal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00674-E193-49DB-9A47-D6F043D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32714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CD37B-C531-4A9D-9040-66B25F5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D49F6-0265-41FD-8101-761EF91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595deb604d9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D6EC3-0A06-4E2A-9799-DA829137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651DA-4C57-4164-B6AD-3202C23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20767-8123-4C3B-929C-B074AAA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(5^4)(5^1) as one power and evaluate it. Explain using repeated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8E0DB-E8BA-4735-BBBB-8EEBD558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15245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04476-393A-48B1-B3EE-E07E26CA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C6841-57F8-48D0-87BB-6EAA6FF6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354802fe741f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41134-BC53-438B-B940-DC63AA0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4BDB5-6957-4CED-A8EA-91F2909B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1355-0493-49DB-B4F1-EC5AB15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Simplify 2^6 ÷ 2^3 as one power and evaluate it. Explain by canceling equal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B2029-3761-43C3-8F0A-345C381C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503394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C2891-DB2A-46EA-81C1-1E8AD9C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EC9D5-A98E-4973-B993-4E3FCEA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925702a7b4a2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6FBEF-EE16-4AF5-AD8C-333BA76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3A21-BFC0-48CD-BB87-A5E80278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494CC-EDA7-4D5F-847E-2622FC6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2^2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2^7 = 128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5^2 =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5^5 = 3125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33224-CFFF-4C75-8C60-BE68B3B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2^3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856048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2026-09-15T01:32:46.9590000Z</dcterms:created>
  <dcterms:modified xsi:type="dcterms:W3CDTF">2026-09-15T01:32:46.9590000Z</dcterms:modified>
</coreProperties>
</file>