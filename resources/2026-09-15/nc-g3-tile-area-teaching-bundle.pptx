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bfe7f32014c76" /><Relationship Type="http://schemas.openxmlformats.org/officeDocument/2006/relationships/extended-properties" Target="/docProps/app.xml" Id="Re3465b332a354c51" /><Relationship Type="http://schemas.openxmlformats.org/officeDocument/2006/relationships/officeDocument" Target="/ppt/presentation.xml" Id="Rf64ea78ec979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d78ae20fe474b"/>
  </p:sldMasterIdLst>
  <p:notesMasterIdLst>
    <p:notesMasterId xmlns:r="http://schemas.openxmlformats.org/officeDocument/2006/relationships" r:id="Rbaa310d162884cb4"/>
  </p:notesMasterIdLst>
  <p:sldIdLst>
    <p:sldId xmlns:r="http://schemas.openxmlformats.org/officeDocument/2006/relationships" id="256" r:id="R7f1f5994bdfe4a49"/>
    <p:sldId xmlns:r="http://schemas.openxmlformats.org/officeDocument/2006/relationships" id="257" r:id="Rdf8c1c9aa2bc4707"/>
    <p:sldId xmlns:r="http://schemas.openxmlformats.org/officeDocument/2006/relationships" id="258" r:id="R29af2e58bda34677"/>
    <p:sldId xmlns:r="http://schemas.openxmlformats.org/officeDocument/2006/relationships" id="259" r:id="R428b0af0b54740bb"/>
    <p:sldId xmlns:r="http://schemas.openxmlformats.org/officeDocument/2006/relationships" id="260" r:id="Rad011afc4ea9413e"/>
    <p:sldId xmlns:r="http://schemas.openxmlformats.org/officeDocument/2006/relationships" id="261" r:id="R2a334c3ff8864f2b"/>
    <p:sldId xmlns:r="http://schemas.openxmlformats.org/officeDocument/2006/relationships" id="262" r:id="R5d82c4ae36af4f2c"/>
    <p:sldId xmlns:r="http://schemas.openxmlformats.org/officeDocument/2006/relationships" id="263" r:id="Ra07a49eb4ed047d3"/>
    <p:sldId xmlns:r="http://schemas.openxmlformats.org/officeDocument/2006/relationships" id="264" r:id="R22008c971cb2407e"/>
    <p:sldId xmlns:r="http://schemas.openxmlformats.org/officeDocument/2006/relationships" id="265" r:id="R9f7823731330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d4ec13f564999" /><Relationship Type="http://schemas.openxmlformats.org/officeDocument/2006/relationships/slideMaster" Target="/ppt/slideMasters/slideMaster1.xml" Id="Rfefd78ae20fe474b" /><Relationship Type="http://schemas.openxmlformats.org/officeDocument/2006/relationships/notesMaster" Target="/ppt/notesMasters/notesMaster1.xml" Id="Rbaa310d162884cb4" /><Relationship Type="http://schemas.openxmlformats.org/officeDocument/2006/relationships/presProps" Target="/ppt/presProps.xml" Id="Rb38d140d4b3f4f14" /><Relationship Type="http://schemas.openxmlformats.org/officeDocument/2006/relationships/tableStyles" Target="/ppt/tableStyles.xml" Id="R0024fde4759b428e" /><Relationship Type="http://schemas.openxmlformats.org/officeDocument/2006/relationships/slide" Target="/ppt/slides/slide1.xml" Id="R7f1f5994bdfe4a49" /><Relationship Type="http://schemas.openxmlformats.org/officeDocument/2006/relationships/slide" Target="/ppt/slides/slide2.xml" Id="Rdf8c1c9aa2bc4707" /><Relationship Type="http://schemas.openxmlformats.org/officeDocument/2006/relationships/slide" Target="/ppt/slides/slide3.xml" Id="R29af2e58bda34677" /><Relationship Type="http://schemas.openxmlformats.org/officeDocument/2006/relationships/slide" Target="/ppt/slides/slide4.xml" Id="R428b0af0b54740bb" /><Relationship Type="http://schemas.openxmlformats.org/officeDocument/2006/relationships/slide" Target="/ppt/slides/slide5.xml" Id="Rad011afc4ea9413e" /><Relationship Type="http://schemas.openxmlformats.org/officeDocument/2006/relationships/slide" Target="/ppt/slides/slide6.xml" Id="R2a334c3ff8864f2b" /><Relationship Type="http://schemas.openxmlformats.org/officeDocument/2006/relationships/slide" Target="/ppt/slides/slide7.xml" Id="R5d82c4ae36af4f2c" /><Relationship Type="http://schemas.openxmlformats.org/officeDocument/2006/relationships/slide" Target="/ppt/slides/slide8.xml" Id="Ra07a49eb4ed047d3" /><Relationship Type="http://schemas.openxmlformats.org/officeDocument/2006/relationships/slide" Target="/ppt/slides/slide9.xml" Id="R22008c971cb2407e" /><Relationship Type="http://schemas.openxmlformats.org/officeDocument/2006/relationships/slide" Target="/ppt/slides/slide10.xml" Id="R9f7823731330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884e0dae94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c5b8e53d14494" /><Relationship Type="http://schemas.openxmlformats.org/officeDocument/2006/relationships/notesMaster" Target="/ppt/notesMasters/notesMaster1.xml" Id="R238a5f425402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98313572a4b96" /><Relationship Type="http://schemas.openxmlformats.org/officeDocument/2006/relationships/notesMaster" Target="/ppt/notesMasters/notesMaster1.xml" Id="R7b0c3509d3d1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fe0fd8c5645d2" /><Relationship Type="http://schemas.openxmlformats.org/officeDocument/2006/relationships/notesMaster" Target="/ppt/notesMasters/notesMaster1.xml" Id="Rf0f9d62a86f349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e6e521ff94792" /><Relationship Type="http://schemas.openxmlformats.org/officeDocument/2006/relationships/notesMaster" Target="/ppt/notesMasters/notesMaster1.xml" Id="Ra6ddf6235141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cb144109f4704" /><Relationship Type="http://schemas.openxmlformats.org/officeDocument/2006/relationships/notesMaster" Target="/ppt/notesMasters/notesMaster1.xml" Id="Rf41647f8d5cd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a9bd3cadc04400" /><Relationship Type="http://schemas.openxmlformats.org/officeDocument/2006/relationships/notesMaster" Target="/ppt/notesMasters/notesMaster1.xml" Id="R8bfd9c3fdc5841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77fea870745d2" /><Relationship Type="http://schemas.openxmlformats.org/officeDocument/2006/relationships/notesMaster" Target="/ppt/notesMasters/notesMaster1.xml" Id="R0a9b8c48130f49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0e636a99774ef6" /><Relationship Type="http://schemas.openxmlformats.org/officeDocument/2006/relationships/notesMaster" Target="/ppt/notesMasters/notesMaster1.xml" Id="Rd9525705ff4f46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47ee9d37e4040" /><Relationship Type="http://schemas.openxmlformats.org/officeDocument/2006/relationships/notesMaster" Target="/ppt/notesMasters/notesMaster1.xml" Id="Rc6dc8064663c4d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8dc54b5fb24596" /><Relationship Type="http://schemas.openxmlformats.org/officeDocument/2006/relationships/notesMaster" Target="/ppt/notesMasters/notesMaster1.xml" Id="R6689f4902066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Connect tiled rectangles with multiplication. Standard: NC.3.MD.7.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equal rows of unit squares. Multiply row count by squares in each row. Split a rectangle to check by addition.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4 × 8 = 32. One split gives (3 × 8) + (1 × 8) = 24 + 8 = 32.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7 × 2 = 14. One split gives (6 × 2) + (1 × 2) = 12 + 2 = 14.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 × 2 = 4. One split gives (1 × 2) + (1 × 2) = 2 + 2 = 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 × 6 = 12. One split gives (1 × 6) + (1 × 6) = 6 + 6 = 12.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 × 2 = 4. One split gives (1 × 2) + (1 × 2) = 2 + 2 = 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3 × 3 = 9. One split gives (2 × 3) + (1 × 3) = 6 + 3 = 9.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7 × 2 = 14. One split gives (6 × 2) + (1 × 2) = 12 + 2 = 14.</a:t>
            </a:r>
          </a:p>
          <a:p xmlns:a="http://schemas.openxmlformats.org/drawingml/2006/main">
            <a:r>
              <a:t>2. 2 × 2 = 4. One split gives (1 × 2) + (1 × 2) = 2 + 2 = 4.</a:t>
            </a:r>
          </a:p>
          <a:p xmlns:a="http://schemas.openxmlformats.org/drawingml/2006/main">
            <a:r>
              <a:t>3. 2 × 6 = 12. One split gives (1 × 6) + (1 × 6) = 6 + 6 = 12.</a:t>
            </a:r>
          </a:p>
          <a:p xmlns:a="http://schemas.openxmlformats.org/drawingml/2006/main">
            <a:r>
              <a:t>4. 2 × 2 = 4. One split gives (1 × 2) + (1 × 2) = 2 + 2 = 4.</a:t>
            </a:r>
          </a:p>
          <a:p xmlns:a="http://schemas.openxmlformats.org/drawingml/2006/main">
            <a:r>
              <a:t>Exit: 3 × 3 = 9. One split gives (2 × 3) + (1 × 3) = 6 + 3 = 9.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7f341be8443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2b6fc5bba49ca" /><Relationship Type="http://schemas.openxmlformats.org/officeDocument/2006/relationships/slideLayout" Target="/ppt/slideLayouts/slideLayout1.xml" Id="Re1a74c5a2bbe4d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a74c5a2bbe4d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b9c0a77094904" /><Relationship Type="http://schemas.openxmlformats.org/officeDocument/2006/relationships/image" Target="/ppt/media/image.png" Id="R392ca473da074e60" /><Relationship Type="http://schemas.openxmlformats.org/officeDocument/2006/relationships/image" Target="/ppt/media/image2.png" Id="Rac1aa1d3f9b242f3" /><Relationship Type="http://schemas.openxmlformats.org/officeDocument/2006/relationships/notesSlide" Target="/ppt/notesSlides/notesSlide1.xml" Id="Re7cd1758dd26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2adddcfc14994" /><Relationship Type="http://schemas.openxmlformats.org/officeDocument/2006/relationships/image" Target="/ppt/media/image3.png" Id="R9adb8df3ee824de7" /><Relationship Type="http://schemas.openxmlformats.org/officeDocument/2006/relationships/notesSlide" Target="/ppt/notesSlides/notesSlide2.xml" Id="Rbf716dc9b229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477e287094bb0" /><Relationship Type="http://schemas.openxmlformats.org/officeDocument/2006/relationships/image" Target="/ppt/media/image4.png" Id="R9dce32f9a53d4c04" /><Relationship Type="http://schemas.openxmlformats.org/officeDocument/2006/relationships/notesSlide" Target="/ppt/notesSlides/notesSlide3.xml" Id="Re0dc5cb5764e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fddadc984187" /><Relationship Type="http://schemas.openxmlformats.org/officeDocument/2006/relationships/image" Target="/ppt/media/image5.png" Id="Rd2d91023ea0b4c5d" /><Relationship Type="http://schemas.openxmlformats.org/officeDocument/2006/relationships/notesSlide" Target="/ppt/notesSlides/notesSlide4.xml" Id="R285a7e25a61941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3d0331ced4c32" /><Relationship Type="http://schemas.openxmlformats.org/officeDocument/2006/relationships/image" Target="/ppt/media/image6.png" Id="Rd81191782d4547f2" /><Relationship Type="http://schemas.openxmlformats.org/officeDocument/2006/relationships/notesSlide" Target="/ppt/notesSlides/notesSlide5.xml" Id="R7588d61c216e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61e7bfe04e7c" /><Relationship Type="http://schemas.openxmlformats.org/officeDocument/2006/relationships/image" Target="/ppt/media/image7.png" Id="R6c78bb5238304276" /><Relationship Type="http://schemas.openxmlformats.org/officeDocument/2006/relationships/notesSlide" Target="/ppt/notesSlides/notesSlide6.xml" Id="Rcf8027d9babe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8a2ed70cb4d7a" /><Relationship Type="http://schemas.openxmlformats.org/officeDocument/2006/relationships/image" Target="/ppt/media/image8.png" Id="Ra4b99b7bd8dd4c1e" /><Relationship Type="http://schemas.openxmlformats.org/officeDocument/2006/relationships/notesSlide" Target="/ppt/notesSlides/notesSlide7.xml" Id="R2bc366815d7c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2b8dc560b4024" /><Relationship Type="http://schemas.openxmlformats.org/officeDocument/2006/relationships/image" Target="/ppt/media/image9.png" Id="Rc1942df4ad264576" /><Relationship Type="http://schemas.openxmlformats.org/officeDocument/2006/relationships/notesSlide" Target="/ppt/notesSlides/notesSlide8.xml" Id="R99cccc611a47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5e1d12b9d4dea" /><Relationship Type="http://schemas.openxmlformats.org/officeDocument/2006/relationships/image" Target="/ppt/media/image10.png" Id="R9cc805f18eee45e3" /><Relationship Type="http://schemas.openxmlformats.org/officeDocument/2006/relationships/notesSlide" Target="/ppt/notesSlides/notesSlide9.xml" Id="Rd6d7c188d24a43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66cca1434c8b" /><Relationship Type="http://schemas.openxmlformats.org/officeDocument/2006/relationships/image" Target="/ppt/media/image11.png" Id="R7b6d37dbc4c94f71" /><Relationship Type="http://schemas.openxmlformats.org/officeDocument/2006/relationships/notesSlide" Target="/ppt/notesSlides/notesSlide10.xml" Id="R561b4ac09d36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D9F4D-2186-4517-8B13-7E9E042B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998E6-654C-4928-A1B2-0B868D85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Tile It, Split It, Find the Area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ca473da074e6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197F7-FE61-4F0C-A5BA-4ADD5E2C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99042-C397-4834-8B1B-1BB2D9F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aa1d3f9b242f3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B8D0E-1794-451B-B9B3-B7CFD4A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3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NC.3.MD.7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9257D-7FE1-4A56-B56E-68A56D30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Connect tiled rectangles with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63149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079D-BF86-4FD6-88AB-0DD24478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4404D-D8AA-46AF-9E16-9B3CB640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b8df3ee824de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A2DD-596D-43FA-9E96-037AE1A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69C87-5EF5-4153-871E-080EC948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83A00-84BA-4681-80F5-7D579FA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03079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BB8AC-05B5-489F-B4F4-F19330E0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A0F92-9095-4611-8A3F-A56AAE3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e32f9a53d4c0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FFDF9-F641-43AB-9457-F673726F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7ED1C-CC2E-4C41-AE2F-F51DF02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7E99F-FBB2-426F-A5AB-A0405F3B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science club measures 9 units by 5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8366-8EFB-436F-8B26-A12C81A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9 × 5 = 45. One split gives (8 × 5) + (1 × 5) = 40 + 5 = 45.</a:t>
            </a:r>
          </a:p>
        </p:txBody>
      </p:sp>
    </p:spTree>
    <p:extLst>
      <p:ext uri="{BB962C8B-B14F-4D97-AF65-F5344CB8AC3E}">
        <p14:creationId xmlns:p14="http://schemas.microsoft.com/office/powerpoint/2010/main" val="297451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EB719-467D-434A-BCC8-87B95D0A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3FF21-24BA-43C2-B675-24A58258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91023ea0b4c5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5886D-3E74-40CC-8082-CAF0886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1231-B85E-4994-A45F-0025DF6D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65B0C-88D3-4909-96F6-A0031F0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reading group measures 4 units by 8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64F6-0F2E-4DBE-81B1-573C919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2038254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8FDE4-A142-4E8E-AA04-659A41B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6FFA6-9B86-4046-BFB3-2F677DE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191782d4547f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B70A3-33F9-4405-984A-B77EECCC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E8D9-5B27-4989-860D-7A5989B8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EE8CD-5F7E-4E80-9014-DFE188E5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library team measures 7 units by 2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FB8CE-7755-436E-90C1-0C730EF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664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1DFD6-AB29-4BC5-AFB3-FD5E23E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E69EC-D31F-41E1-BCF8-81CAAC0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8bb523830427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02FFC-3323-49E2-BF8B-168D6063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6A64-8029-4FCB-B624-3F71973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9BC89-3FCE-4024-8E6E-E14B1475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design team measures 2 units by 2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6122E-1034-4DB9-BB7D-59301A7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00870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DB672-40F7-4C11-A34F-937E53C4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8442-EE4F-4922-B48D-6CAFAC31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99b7bd8dd4c1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48A8E-611E-47EE-BF85-DD02BBF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0835D-4401-4075-BB78-A7EE72E2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30028-F83B-47BE-B1B0-505158C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community center measures 2 units by 6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5A0D7-38EF-437E-B97E-2977EB6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9180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C413-6CE8-4020-AB62-F9304E07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8B8A3-25D3-404C-B6A3-EE7BC86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42df4ad26457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4A3DA-3668-42E3-9A0D-49A30128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D8C16-91ED-44D1-B991-51F0096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9E2C9-BF47-4C00-A4C3-CA987BE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school garden measures 2 units by 2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BB8DF-3017-4DB9-B3C1-70C76AE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74930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56E23-D116-4210-8FBD-A3A86800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AAA67-DF65-4D54-98AE-54FC94B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805f18eee45e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B97BC-8E0C-4174-85DF-B062BBF5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9E50C-020F-454C-A319-18CA8E2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FDD1-53CD-4CE3-AB45-FCBCE1A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display for the design team measures 3 units by 3 units. Draw unit-square rows, find the area, and show a split-and-add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80DE6-4402-400B-9CC4-14C834D6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96486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C8431-8115-46A2-9D57-D1F7F9F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B45D0-460D-4E5E-8AD8-5418AD2C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d37dbc4c94f7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5E0B3-0121-416E-9B3F-3C383817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69A6E-AB49-495D-9E28-7E28E61F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DE208-3295-4491-9C35-01D342B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14 square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4 square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12 square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4 square units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BCC82-5987-4A0D-A4E4-0C95B71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9 square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096681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2026-09-15T01:31:16.8610000Z</dcterms:created>
  <dcterms:modified xsi:type="dcterms:W3CDTF">2026-09-15T01:31:16.8610000Z</dcterms:modified>
</coreProperties>
</file>