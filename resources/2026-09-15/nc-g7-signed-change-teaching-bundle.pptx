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82a89a568a4c28" /><Relationship Type="http://schemas.openxmlformats.org/officeDocument/2006/relationships/extended-properties" Target="/docProps/app.xml" Id="Rcc2e52a9d0074f6b" /><Relationship Type="http://schemas.openxmlformats.org/officeDocument/2006/relationships/officeDocument" Target="/ppt/presentation.xml" Id="R68ee463fa2d94e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34530dfec4dd8"/>
  </p:sldMasterIdLst>
  <p:notesMasterIdLst>
    <p:notesMasterId xmlns:r="http://schemas.openxmlformats.org/officeDocument/2006/relationships" r:id="R2275fee2e66b4631"/>
  </p:notesMasterIdLst>
  <p:sldIdLst>
    <p:sldId xmlns:r="http://schemas.openxmlformats.org/officeDocument/2006/relationships" id="256" r:id="Rebb0e7d975da445c"/>
    <p:sldId xmlns:r="http://schemas.openxmlformats.org/officeDocument/2006/relationships" id="257" r:id="R4d1c3bb0bc9c4068"/>
    <p:sldId xmlns:r="http://schemas.openxmlformats.org/officeDocument/2006/relationships" id="258" r:id="R4123dc1b65ea4f6b"/>
    <p:sldId xmlns:r="http://schemas.openxmlformats.org/officeDocument/2006/relationships" id="259" r:id="Rdc8d222ca73f4371"/>
    <p:sldId xmlns:r="http://schemas.openxmlformats.org/officeDocument/2006/relationships" id="260" r:id="R688a7bfbdbd0455e"/>
    <p:sldId xmlns:r="http://schemas.openxmlformats.org/officeDocument/2006/relationships" id="261" r:id="Rcf863f2fbd714f61"/>
    <p:sldId xmlns:r="http://schemas.openxmlformats.org/officeDocument/2006/relationships" id="262" r:id="R4b1f5c76682d474d"/>
    <p:sldId xmlns:r="http://schemas.openxmlformats.org/officeDocument/2006/relationships" id="263" r:id="R245001d167e14398"/>
    <p:sldId xmlns:r="http://schemas.openxmlformats.org/officeDocument/2006/relationships" id="264" r:id="R120ba137b1ac47b9"/>
    <p:sldId xmlns:r="http://schemas.openxmlformats.org/officeDocument/2006/relationships" id="265" r:id="Rb0a13d789e084c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13a3a8ccec4139" /><Relationship Type="http://schemas.openxmlformats.org/officeDocument/2006/relationships/slideMaster" Target="/ppt/slideMasters/slideMaster1.xml" Id="R22634530dfec4dd8" /><Relationship Type="http://schemas.openxmlformats.org/officeDocument/2006/relationships/notesMaster" Target="/ppt/notesMasters/notesMaster1.xml" Id="R2275fee2e66b4631" /><Relationship Type="http://schemas.openxmlformats.org/officeDocument/2006/relationships/presProps" Target="/ppt/presProps.xml" Id="R58d634c3619b411a" /><Relationship Type="http://schemas.openxmlformats.org/officeDocument/2006/relationships/tableStyles" Target="/ppt/tableStyles.xml" Id="R53d8ec5a30704425" /><Relationship Type="http://schemas.openxmlformats.org/officeDocument/2006/relationships/slide" Target="/ppt/slides/slide1.xml" Id="Rebb0e7d975da445c" /><Relationship Type="http://schemas.openxmlformats.org/officeDocument/2006/relationships/slide" Target="/ppt/slides/slide2.xml" Id="R4d1c3bb0bc9c4068" /><Relationship Type="http://schemas.openxmlformats.org/officeDocument/2006/relationships/slide" Target="/ppt/slides/slide3.xml" Id="R4123dc1b65ea4f6b" /><Relationship Type="http://schemas.openxmlformats.org/officeDocument/2006/relationships/slide" Target="/ppt/slides/slide4.xml" Id="Rdc8d222ca73f4371" /><Relationship Type="http://schemas.openxmlformats.org/officeDocument/2006/relationships/slide" Target="/ppt/slides/slide5.xml" Id="R688a7bfbdbd0455e" /><Relationship Type="http://schemas.openxmlformats.org/officeDocument/2006/relationships/slide" Target="/ppt/slides/slide6.xml" Id="Rcf863f2fbd714f61" /><Relationship Type="http://schemas.openxmlformats.org/officeDocument/2006/relationships/slide" Target="/ppt/slides/slide7.xml" Id="R4b1f5c76682d474d" /><Relationship Type="http://schemas.openxmlformats.org/officeDocument/2006/relationships/slide" Target="/ppt/slides/slide8.xml" Id="R245001d167e14398" /><Relationship Type="http://schemas.openxmlformats.org/officeDocument/2006/relationships/slide" Target="/ppt/slides/slide9.xml" Id="R120ba137b1ac47b9" /><Relationship Type="http://schemas.openxmlformats.org/officeDocument/2006/relationships/slide" Target="/ppt/slides/slide10.xml" Id="Rb0a13d789e084c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660b4b2a341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339384d84f4309" /><Relationship Type="http://schemas.openxmlformats.org/officeDocument/2006/relationships/notesMaster" Target="/ppt/notesMasters/notesMaster1.xml" Id="R5b599d5828dc44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68a124e29a45e5" /><Relationship Type="http://schemas.openxmlformats.org/officeDocument/2006/relationships/notesMaster" Target="/ppt/notesMasters/notesMaster1.xml" Id="R84439e9951f7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4d88e41275431b" /><Relationship Type="http://schemas.openxmlformats.org/officeDocument/2006/relationships/notesMaster" Target="/ppt/notesMasters/notesMaster1.xml" Id="Rfc429034825648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df4c24b1c64fab" /><Relationship Type="http://schemas.openxmlformats.org/officeDocument/2006/relationships/notesMaster" Target="/ppt/notesMasters/notesMaster1.xml" Id="R600e40867fb241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8193056cf5426b" /><Relationship Type="http://schemas.openxmlformats.org/officeDocument/2006/relationships/notesMaster" Target="/ppt/notesMasters/notesMaster1.xml" Id="R0959391c03d348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2f6ec201624afb" /><Relationship Type="http://schemas.openxmlformats.org/officeDocument/2006/relationships/notesMaster" Target="/ppt/notesMasters/notesMaster1.xml" Id="R648c322b293946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8faab746a047fe" /><Relationship Type="http://schemas.openxmlformats.org/officeDocument/2006/relationships/notesMaster" Target="/ppt/notesMasters/notesMaster1.xml" Id="R8021a09ca90442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c07c83ce2e4501" /><Relationship Type="http://schemas.openxmlformats.org/officeDocument/2006/relationships/notesMaster" Target="/ppt/notesMasters/notesMaster1.xml" Id="Rf8c998f4881045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1dc5da72e9476e" /><Relationship Type="http://schemas.openxmlformats.org/officeDocument/2006/relationships/notesMaster" Target="/ppt/notesMasters/notesMaster1.xml" Id="R6ebba0bb36ff40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dc9e6762e24d32" /><Relationship Type="http://schemas.openxmlformats.org/officeDocument/2006/relationships/notesMaster" Target="/ppt/notesMasters/notesMaster1.xml" Id="Rbee728e42666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Interpret rational-number sums and differences. Standard: NC.7.NS.1.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zero and a positive direction. Represent gains and losses with signs. Subtracting a negative reverses its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-9 + (2) = -7. Start at -9; move 2 units right.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-5 + (-2) = -7. Start at -5; move 2 units left.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-5 + (3) = -2. Start at -5; move 3 units right.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-6 + (-8) = -14. Start at -6; move 8 units left.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-7 + (8) = 1. Start at -7; move 8 units right.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-4 + (-2) = -6. Start at -4; move 2 units left.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-5 + (-2) = -7. Start at -5; move 2 units left.</a:t>
            </a:r>
          </a:p>
          <a:p xmlns:a="http://schemas.openxmlformats.org/drawingml/2006/main">
            <a:r>
              <a:t>2. -5 + (3) = -2. Start at -5; move 3 units right.</a:t>
            </a:r>
          </a:p>
          <a:p xmlns:a="http://schemas.openxmlformats.org/drawingml/2006/main">
            <a:r>
              <a:t>3. -6 + (-8) = -14. Start at -6; move 8 units left.</a:t>
            </a:r>
          </a:p>
          <a:p xmlns:a="http://schemas.openxmlformats.org/drawingml/2006/main">
            <a:r>
              <a:t>4. -7 + (8) = 1. Start at -7; move 8 units right.</a:t>
            </a:r>
          </a:p>
          <a:p xmlns:a="http://schemas.openxmlformats.org/drawingml/2006/main">
            <a:r>
              <a:t>Exit: -4 + (-2) = -6. Start at -4; move 2 units left.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e4218128e49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54dc97aa204766" /><Relationship Type="http://schemas.openxmlformats.org/officeDocument/2006/relationships/slideLayout" Target="/ppt/slideLayouts/slideLayout1.xml" Id="Re5d73753a1de47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73753a1de47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70910f54142f0" /><Relationship Type="http://schemas.openxmlformats.org/officeDocument/2006/relationships/image" Target="/ppt/media/image.png" Id="Rcacb2ecb2a864bce" /><Relationship Type="http://schemas.openxmlformats.org/officeDocument/2006/relationships/image" Target="/ppt/media/image2.png" Id="R49993202df914ebd" /><Relationship Type="http://schemas.openxmlformats.org/officeDocument/2006/relationships/notesSlide" Target="/ppt/notesSlides/notesSlide1.xml" Id="R6eee3a27f5eb44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0e2c122784241" /><Relationship Type="http://schemas.openxmlformats.org/officeDocument/2006/relationships/image" Target="/ppt/media/image3.png" Id="R5ee750efa827499e" /><Relationship Type="http://schemas.openxmlformats.org/officeDocument/2006/relationships/notesSlide" Target="/ppt/notesSlides/notesSlide2.xml" Id="Rcc228f083f2141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2c994d1364b7f" /><Relationship Type="http://schemas.openxmlformats.org/officeDocument/2006/relationships/image" Target="/ppt/media/image4.png" Id="R33feb50bc5294bf8" /><Relationship Type="http://schemas.openxmlformats.org/officeDocument/2006/relationships/notesSlide" Target="/ppt/notesSlides/notesSlide3.xml" Id="R7ce8838177b24a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98d7f672644de" /><Relationship Type="http://schemas.openxmlformats.org/officeDocument/2006/relationships/image" Target="/ppt/media/image5.png" Id="R7d5ae151379f479d" /><Relationship Type="http://schemas.openxmlformats.org/officeDocument/2006/relationships/notesSlide" Target="/ppt/notesSlides/notesSlide4.xml" Id="Rbb4d286417274a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875229e054bac" /><Relationship Type="http://schemas.openxmlformats.org/officeDocument/2006/relationships/image" Target="/ppt/media/image6.png" Id="Rc3027e4499864ba0" /><Relationship Type="http://schemas.openxmlformats.org/officeDocument/2006/relationships/notesSlide" Target="/ppt/notesSlides/notesSlide5.xml" Id="R95541acf90f54f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d482eaf2c4182" /><Relationship Type="http://schemas.openxmlformats.org/officeDocument/2006/relationships/image" Target="/ppt/media/image7.png" Id="R36f3f6b8ebc845b1" /><Relationship Type="http://schemas.openxmlformats.org/officeDocument/2006/relationships/notesSlide" Target="/ppt/notesSlides/notesSlide6.xml" Id="Rf0326771f2ee43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9187c8a9e493b" /><Relationship Type="http://schemas.openxmlformats.org/officeDocument/2006/relationships/image" Target="/ppt/media/image8.png" Id="Ra557f2be7e3345ba" /><Relationship Type="http://schemas.openxmlformats.org/officeDocument/2006/relationships/notesSlide" Target="/ppt/notesSlides/notesSlide7.xml" Id="R23f5cdf11d234d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8a61ab81c4457" /><Relationship Type="http://schemas.openxmlformats.org/officeDocument/2006/relationships/image" Target="/ppt/media/image9.png" Id="Rab588627c19744b8" /><Relationship Type="http://schemas.openxmlformats.org/officeDocument/2006/relationships/notesSlide" Target="/ppt/notesSlides/notesSlide8.xml" Id="R8f1720e049a24e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6a4543e684421" /><Relationship Type="http://schemas.openxmlformats.org/officeDocument/2006/relationships/image" Target="/ppt/media/image10.png" Id="Rde5f1add2efa474c" /><Relationship Type="http://schemas.openxmlformats.org/officeDocument/2006/relationships/notesSlide" Target="/ppt/notesSlides/notesSlide9.xml" Id="R511bbec70c9349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f059beae0469f" /><Relationship Type="http://schemas.openxmlformats.org/officeDocument/2006/relationships/image" Target="/ppt/media/image11.png" Id="Rf9f126148ac547cf" /><Relationship Type="http://schemas.openxmlformats.org/officeDocument/2006/relationships/notesSlide" Target="/ppt/notesSlides/notesSlide10.xml" Id="R121d63f5ce0140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FA55-DCF2-40E8-997D-E749B498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3F677-44D4-4389-AE97-BEC25F38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Signed Numbers, Real Changes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b2ecb2a864bc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22750-7CBA-47CB-9327-336638A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D7DCF-3DE9-479F-8BF9-C87B7C6E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93202df914ebd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B03E3-67B3-4BC7-A743-7CEB4412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7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NC.7.NS.1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CB625-30D0-4284-873D-45F7FC0E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Interpret rational-number sums and differences.</a:t>
            </a:r>
          </a:p>
        </p:txBody>
      </p:sp>
    </p:spTree>
    <p:extLst>
      <p:ext uri="{BB962C8B-B14F-4D97-AF65-F5344CB8AC3E}">
        <p14:creationId xmlns:p14="http://schemas.microsoft.com/office/powerpoint/2010/main" val="753522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263CD-183B-4D22-8DB0-0C6D3B30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3D744-A923-483B-9128-EF2ED7B1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750efa827499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81013-CC8D-406E-9B45-4E623AC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A32A1-373C-45B1-8057-610758F0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7BDBE-A81B-4BF1-A63C-31BD6D71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448643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97D44-791E-4DBC-953D-F1B744CF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67E40-1242-4EAA-833F-B95002C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eb50bc5294bf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DDED6-3EAF-4F95-BE21-8D8ABA6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55FF4-F212-40FD-A6BA-F53C45A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644FD-5B23-47F4-AF8B-042B5978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game score starts at -9. It then decreases by 8 points. Find the new score. Represent the change on a number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07B3F-5B22-436B-9719-AA5FE7EE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-9 + (-8) = -17. Start at -9; move 8 units left.</a:t>
            </a:r>
          </a:p>
        </p:txBody>
      </p:sp>
    </p:spTree>
    <p:extLst>
      <p:ext uri="{BB962C8B-B14F-4D97-AF65-F5344CB8AC3E}">
        <p14:creationId xmlns:p14="http://schemas.microsoft.com/office/powerpoint/2010/main" val="819533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F06A2-47A5-4021-B9A7-954EE73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6FCA9-1700-45A7-8B0B-CF8E7606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ae151379f479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E8874-81AE-42AF-A06B-FE195BA2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093B4-8145-4DBC-854E-14579D41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26D58-4537-4E5E-A2CD-0C63A021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game score starts at -9. It then increases by 2 points. Find the new score. Represent the change on a number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D3842-02F6-43CA-B8A0-653E22FD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603617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53303-52CB-4F53-AAEA-A1001BA7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D74C4-9949-42B8-9A32-968779A4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27e4499864ba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9192B-DD0D-4A02-AE94-82DAE41A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0780D-053C-4AB1-860B-FB6A56A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21BDD-5A48-4A89-96D6-ED85B256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game score starts at -5. It then decreases by 2 points. Find the new score. Represent the change on a number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66F3-3A42-4FEB-A6EC-40EA696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4342686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2A56A-11D8-49FB-A059-5D91F47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4B979-C802-46C9-B7BE-5175EA83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3f6b8ebc845b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18E78-1A59-4231-9787-5065186E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8C96B-F7D2-4DE4-A512-5F1400B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0CD16-15D8-4FAE-A76B-631DDCC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game score starts at -5. It then increases by 3 points. Find the new score. Represent the change on a number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FB9AE-E42D-43D3-B1B2-A9F86330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526016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C73F5-ABFE-4082-9D01-A40BEBDC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18887-A64D-442F-A36B-BD9032D3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7f2be7e3345b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80CDA-8305-4857-B574-C383D773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C338-2F05-4EA3-A3BB-A4F2994B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8828B-DC84-4F77-9D53-277A7FE1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game score starts at -6. It then decreases by 8 points. Find the new score. Represent the change on a number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480A5-8EF4-43F1-AAFD-30047F8C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605575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1DCC0-7D06-4C85-B03A-6B659FC9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90D38-4728-475F-A12D-FC8B7A4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88627c19744b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9C90E-3186-472A-8D11-E634E6BC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116BE-227F-4AEC-927F-D1D7E0EE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7A119-8ED6-46EA-9ADE-04554E20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game score starts at -7. It then increases by 8 points. Find the new score. Represent the change on a number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A73A5-963D-4C4C-9873-CA4753E5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753774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184A4-DF64-4818-832E-805D163D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06B8C-205A-4C20-9C2F-4E188BCA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f1add2efa474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A297E-5077-4C00-A5BF-429532C0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A4D23-B3FC-45C2-9954-9C078C6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B60A2-45FB-406F-9E0A-2A917231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game score starts at -4. It then decreases by 2 points. Find the new score. Represent the change on a number 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2F3BD-AD8C-4924-B04D-212F0B0F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346170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8D25E-AD08-49CA-B646-3C2ECAC8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4DE5C-1075-4EC2-9D45-0406A302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126148ac547c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4F12E-1C95-4A38-A327-CD4542D2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D25C4-7439-4A76-BFED-37E29276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F4E6B-E01B-4566-901F-650ADC02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-2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-14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B6339-C454-4C46-B2EF-F9EC40AF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-6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303548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2026-09-15T01:32:39.5660000Z</dcterms:created>
  <dcterms:modified xsi:type="dcterms:W3CDTF">2026-09-15T01:32:39.5660000Z</dcterms:modified>
</coreProperties>
</file>