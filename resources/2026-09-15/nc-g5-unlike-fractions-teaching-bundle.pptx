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2437ef50c4bcc" /><Relationship Type="http://schemas.openxmlformats.org/officeDocument/2006/relationships/extended-properties" Target="/docProps/app.xml" Id="R2ac29ea777724310" /><Relationship Type="http://schemas.openxmlformats.org/officeDocument/2006/relationships/officeDocument" Target="/ppt/presentation.xml" Id="R7f4bbeefa292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2644b080b41b9"/>
  </p:sldMasterIdLst>
  <p:notesMasterIdLst>
    <p:notesMasterId xmlns:r="http://schemas.openxmlformats.org/officeDocument/2006/relationships" r:id="R39b5cbb75ba64f7b"/>
  </p:notesMasterIdLst>
  <p:sldIdLst>
    <p:sldId xmlns:r="http://schemas.openxmlformats.org/officeDocument/2006/relationships" id="256" r:id="Rb6cbe5a17c99473b"/>
    <p:sldId xmlns:r="http://schemas.openxmlformats.org/officeDocument/2006/relationships" id="257" r:id="R0064ad065602450a"/>
    <p:sldId xmlns:r="http://schemas.openxmlformats.org/officeDocument/2006/relationships" id="258" r:id="R5e2023f2c0184cbf"/>
    <p:sldId xmlns:r="http://schemas.openxmlformats.org/officeDocument/2006/relationships" id="259" r:id="R762ae9ecec174107"/>
    <p:sldId xmlns:r="http://schemas.openxmlformats.org/officeDocument/2006/relationships" id="260" r:id="R3307e04fbc7a4530"/>
    <p:sldId xmlns:r="http://schemas.openxmlformats.org/officeDocument/2006/relationships" id="261" r:id="R6013cbde445e4ce8"/>
    <p:sldId xmlns:r="http://schemas.openxmlformats.org/officeDocument/2006/relationships" id="262" r:id="R887f95313fad47b8"/>
    <p:sldId xmlns:r="http://schemas.openxmlformats.org/officeDocument/2006/relationships" id="263" r:id="R2c7afc839255458f"/>
    <p:sldId xmlns:r="http://schemas.openxmlformats.org/officeDocument/2006/relationships" id="264" r:id="R963cf815ec994c4d"/>
    <p:sldId xmlns:r="http://schemas.openxmlformats.org/officeDocument/2006/relationships" id="265" r:id="Rd679f3ec44b44c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fef3e50d246bb" /><Relationship Type="http://schemas.openxmlformats.org/officeDocument/2006/relationships/slideMaster" Target="/ppt/slideMasters/slideMaster1.xml" Id="R1792644b080b41b9" /><Relationship Type="http://schemas.openxmlformats.org/officeDocument/2006/relationships/notesMaster" Target="/ppt/notesMasters/notesMaster1.xml" Id="R39b5cbb75ba64f7b" /><Relationship Type="http://schemas.openxmlformats.org/officeDocument/2006/relationships/presProps" Target="/ppt/presProps.xml" Id="Rf495b0930bf24f1a" /><Relationship Type="http://schemas.openxmlformats.org/officeDocument/2006/relationships/tableStyles" Target="/ppt/tableStyles.xml" Id="R9a8e9023ebb84dbf" /><Relationship Type="http://schemas.openxmlformats.org/officeDocument/2006/relationships/slide" Target="/ppt/slides/slide1.xml" Id="Rb6cbe5a17c99473b" /><Relationship Type="http://schemas.openxmlformats.org/officeDocument/2006/relationships/slide" Target="/ppt/slides/slide2.xml" Id="R0064ad065602450a" /><Relationship Type="http://schemas.openxmlformats.org/officeDocument/2006/relationships/slide" Target="/ppt/slides/slide3.xml" Id="R5e2023f2c0184cbf" /><Relationship Type="http://schemas.openxmlformats.org/officeDocument/2006/relationships/slide" Target="/ppt/slides/slide4.xml" Id="R762ae9ecec174107" /><Relationship Type="http://schemas.openxmlformats.org/officeDocument/2006/relationships/slide" Target="/ppt/slides/slide5.xml" Id="R3307e04fbc7a4530" /><Relationship Type="http://schemas.openxmlformats.org/officeDocument/2006/relationships/slide" Target="/ppt/slides/slide6.xml" Id="R6013cbde445e4ce8" /><Relationship Type="http://schemas.openxmlformats.org/officeDocument/2006/relationships/slide" Target="/ppt/slides/slide7.xml" Id="R887f95313fad47b8" /><Relationship Type="http://schemas.openxmlformats.org/officeDocument/2006/relationships/slide" Target="/ppt/slides/slide8.xml" Id="R2c7afc839255458f" /><Relationship Type="http://schemas.openxmlformats.org/officeDocument/2006/relationships/slide" Target="/ppt/slides/slide9.xml" Id="R963cf815ec994c4d" /><Relationship Type="http://schemas.openxmlformats.org/officeDocument/2006/relationships/slide" Target="/ppt/slides/slide10.xml" Id="Rd679f3ec44b4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2af151b55c4f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6334a8e0741c2" /><Relationship Type="http://schemas.openxmlformats.org/officeDocument/2006/relationships/notesMaster" Target="/ppt/notesMasters/notesMaster1.xml" Id="R141683d012af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34ffb273842cd" /><Relationship Type="http://schemas.openxmlformats.org/officeDocument/2006/relationships/notesMaster" Target="/ppt/notesMasters/notesMaster1.xml" Id="R065fe7af8b0c44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2eadb01454c5c" /><Relationship Type="http://schemas.openxmlformats.org/officeDocument/2006/relationships/notesMaster" Target="/ppt/notesMasters/notesMaster1.xml" Id="R212c91debf8946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b9b07ce9e54eec" /><Relationship Type="http://schemas.openxmlformats.org/officeDocument/2006/relationships/notesMaster" Target="/ppt/notesMasters/notesMaster1.xml" Id="R6c796cd067b247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f00b36e2a4327" /><Relationship Type="http://schemas.openxmlformats.org/officeDocument/2006/relationships/notesMaster" Target="/ppt/notesMasters/notesMaster1.xml" Id="Re3082fb7cc7a45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0bf22772c44ed1" /><Relationship Type="http://schemas.openxmlformats.org/officeDocument/2006/relationships/notesMaster" Target="/ppt/notesMasters/notesMaster1.xml" Id="R0c4c45226d9b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2eaf651f7f4267" /><Relationship Type="http://schemas.openxmlformats.org/officeDocument/2006/relationships/notesMaster" Target="/ppt/notesMasters/notesMaster1.xml" Id="Rdf91c733a92d48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25154ad5d04a9b" /><Relationship Type="http://schemas.openxmlformats.org/officeDocument/2006/relationships/notesMaster" Target="/ppt/notesMasters/notesMaster1.xml" Id="R17b6bb9215f740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c5ea94210d439b" /><Relationship Type="http://schemas.openxmlformats.org/officeDocument/2006/relationships/notesMaster" Target="/ppt/notesMasters/notesMaster1.xml" Id="R87f50257caa246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fff56a91864bdd" /><Relationship Type="http://schemas.openxmlformats.org/officeDocument/2006/relationships/notesMaster" Target="/ppt/notesMasters/notesMaster1.xml" Id="R8391950c96e9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Use equivalent fractions to combine unlike parts. Standard: NC.5.NF.1.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Rename fractions with related denominators using equal-sized parts. Combine numerators and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2/5 = 4/10. Add: (4+8)/10 = 6/5 m.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2/4 = 4/8. Add: (4+6)/8 = 5/4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2/6 = 4/12. Add: (4+6)/12 = 5/6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3/6 = 6/12. Add: (6+5)/12 = 11/12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1/2 = 2/4. Add: (2+3)/4 = 5/4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4/5 = 8/10. Add: (8+1)/10 = 9/10 m.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2/4 = 4/8. Add: (4+6)/8 = 5/4 m.</a:t>
            </a:r>
          </a:p>
          <a:p xmlns:a="http://schemas.openxmlformats.org/drawingml/2006/main">
            <a:r>
              <a:t>2. 2/6 = 4/12. Add: (4+6)/12 = 5/6 m.</a:t>
            </a:r>
          </a:p>
          <a:p xmlns:a="http://schemas.openxmlformats.org/drawingml/2006/main">
            <a:r>
              <a:t>3. 3/6 = 6/12. Add: (6+5)/12 = 11/12 m.</a:t>
            </a:r>
          </a:p>
          <a:p xmlns:a="http://schemas.openxmlformats.org/drawingml/2006/main">
            <a:r>
              <a:t>4. 1/2 = 2/4. Add: (2+3)/4 = 5/4 m.</a:t>
            </a:r>
          </a:p>
          <a:p xmlns:a="http://schemas.openxmlformats.org/drawingml/2006/main">
            <a:r>
              <a:t>Exit: 4/5 = 8/10. Add: (8+1)/10 = 9/10 m.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5da67f93943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795a4401c46bf" /><Relationship Type="http://schemas.openxmlformats.org/officeDocument/2006/relationships/slideLayout" Target="/ppt/slideLayouts/slideLayout1.xml" Id="Rbb09a7856c6f4a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9a7856c6f4a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5ba5649904d12" /><Relationship Type="http://schemas.openxmlformats.org/officeDocument/2006/relationships/image" Target="/ppt/media/image.png" Id="R7c696ca5cc064e81" /><Relationship Type="http://schemas.openxmlformats.org/officeDocument/2006/relationships/image" Target="/ppt/media/image2.png" Id="Rf482bec5df91479f" /><Relationship Type="http://schemas.openxmlformats.org/officeDocument/2006/relationships/notesSlide" Target="/ppt/notesSlides/notesSlide1.xml" Id="R914001980e2d48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d84a02e634da1" /><Relationship Type="http://schemas.openxmlformats.org/officeDocument/2006/relationships/image" Target="/ppt/media/image3.png" Id="R1ffc9b214b7348e4" /><Relationship Type="http://schemas.openxmlformats.org/officeDocument/2006/relationships/notesSlide" Target="/ppt/notesSlides/notesSlide2.xml" Id="Rbb32d36f731e4d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3bfbe6ecd4da9" /><Relationship Type="http://schemas.openxmlformats.org/officeDocument/2006/relationships/image" Target="/ppt/media/image4.png" Id="R6419986db06f4a4b" /><Relationship Type="http://schemas.openxmlformats.org/officeDocument/2006/relationships/notesSlide" Target="/ppt/notesSlides/notesSlide3.xml" Id="R22b4a065719c40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091895f0d4ddf" /><Relationship Type="http://schemas.openxmlformats.org/officeDocument/2006/relationships/image" Target="/ppt/media/image5.png" Id="R0b470fb10d4047ed" /><Relationship Type="http://schemas.openxmlformats.org/officeDocument/2006/relationships/notesSlide" Target="/ppt/notesSlides/notesSlide4.xml" Id="Rc8cc7e92896b4c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f96e50ee74a05" /><Relationship Type="http://schemas.openxmlformats.org/officeDocument/2006/relationships/image" Target="/ppt/media/image6.png" Id="R0bb2cbabfb5a4f47" /><Relationship Type="http://schemas.openxmlformats.org/officeDocument/2006/relationships/notesSlide" Target="/ppt/notesSlides/notesSlide5.xml" Id="R74e8ec70d3c7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d8ac2862146d9" /><Relationship Type="http://schemas.openxmlformats.org/officeDocument/2006/relationships/image" Target="/ppt/media/image7.png" Id="Re4f353d48a7841b7" /><Relationship Type="http://schemas.openxmlformats.org/officeDocument/2006/relationships/notesSlide" Target="/ppt/notesSlides/notesSlide6.xml" Id="Rb097c9e2105748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31d8a23484d03" /><Relationship Type="http://schemas.openxmlformats.org/officeDocument/2006/relationships/image" Target="/ppt/media/image8.png" Id="R40e4e068ad3f4be3" /><Relationship Type="http://schemas.openxmlformats.org/officeDocument/2006/relationships/notesSlide" Target="/ppt/notesSlides/notesSlide7.xml" Id="R22482bd5410e46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20f9d5fee4364" /><Relationship Type="http://schemas.openxmlformats.org/officeDocument/2006/relationships/image" Target="/ppt/media/image9.png" Id="R485174b633994fb4" /><Relationship Type="http://schemas.openxmlformats.org/officeDocument/2006/relationships/notesSlide" Target="/ppt/notesSlides/notesSlide8.xml" Id="Rbb6953b9fee749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7000843cb45d3" /><Relationship Type="http://schemas.openxmlformats.org/officeDocument/2006/relationships/image" Target="/ppt/media/image10.png" Id="R261c16040f824fdb" /><Relationship Type="http://schemas.openxmlformats.org/officeDocument/2006/relationships/notesSlide" Target="/ppt/notesSlides/notesSlide9.xml" Id="Red00dae733714d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1c7dcb45441e1" /><Relationship Type="http://schemas.openxmlformats.org/officeDocument/2006/relationships/image" Target="/ppt/media/image11.png" Id="R52d93ecd547a4772" /><Relationship Type="http://schemas.openxmlformats.org/officeDocument/2006/relationships/notesSlide" Target="/ppt/notesSlides/notesSlide10.xml" Id="R41a8f3a9a4a343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2AAB7-6F04-4E2D-85FD-4F4C9438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E08C8-C916-477A-8DF3-B9A3606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Related Denominators, Shared Units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96ca5cc064e8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1C7B7-7261-4644-8099-DA085692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A980-2C03-4DBE-AC23-6D99B87E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2bec5df91479f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13264-F694-403E-A9C3-29DAA0E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5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NC.5.NF.1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3EC1D-100C-427A-8150-89E24B82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equivalent fractions to combine unlike parts.</a:t>
            </a:r>
          </a:p>
        </p:txBody>
      </p:sp>
    </p:spTree>
    <p:extLst>
      <p:ext uri="{BB962C8B-B14F-4D97-AF65-F5344CB8AC3E}">
        <p14:creationId xmlns:p14="http://schemas.microsoft.com/office/powerpoint/2010/main" val="1729291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3BD5D-49BC-4A12-8E91-248320A5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5E43B-2D87-4381-B35E-903CF601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c9b214b7348e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27CD5-645E-46C1-9010-1AF7B8DA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B8F26-1904-490A-9765-784DC48A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60EC1-C300-4314-8767-F5E701AB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713847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96A6F-1438-48EA-A7CC-30CE1177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02E35-C3D0-42A5-B206-6503E5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9986db06f4a4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DE403-F8BB-4DDF-941D-92BC519E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0CDA-28F0-437F-83B8-2843012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B75A9-BFF6-4952-8BB8-674FD02E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project uses 1/2 m of ribbon and then 1/4 m more. How much ribbon is used? Draw a length model with equal-size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134F-FD81-453E-A880-2FFB69D2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1/2 = 2/4. Add: (2+1)/4 = 3/4 m.</a:t>
            </a:r>
          </a:p>
        </p:txBody>
      </p:sp>
    </p:spTree>
    <p:extLst>
      <p:ext uri="{BB962C8B-B14F-4D97-AF65-F5344CB8AC3E}">
        <p14:creationId xmlns:p14="http://schemas.microsoft.com/office/powerpoint/2010/main" val="1823674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92C74-DF48-421D-BD52-01D00CE5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4A8B3-6E58-4159-A216-AA8D646A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70fb10d4047e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021BC-165D-4E7A-992D-C470E98B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46A4D-26F3-4C87-A379-D278DA90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3BDF6-008F-4F6B-984B-8A556944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project uses 2/5 m of ribbon and then 8/10 m more. How much ribbon is used? Draw a length model with equal-size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5E410-ECCD-491C-92CF-25F04C5D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979571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C4D54-FA0E-418C-B505-FA5BA1B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67EA9-DF1A-4ECF-B1FA-0A57D1A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2cbabfb5a4f4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4B4DC-F5A7-4D65-8EF1-3CF19CD1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198A8-506D-4792-97A1-079D607B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E2DEF-096F-41D9-8DAC-54E8F21E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project uses 2/4 m of ribbon and then 6/8 m more. How much ribbon is used? Draw a length model with equal-size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78CBA-3693-4F49-82A4-8061175E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483838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54241-389C-4924-B7D0-8B022224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7D8AC-453B-4183-9FD7-7F8F83A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353d48a7841b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B3E74-F799-4687-9CDB-B63E02A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A7167-281D-4ACF-B8B9-C34A3DC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717AB-E837-4F61-8EF2-4AB4070B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project uses 2/6 m of ribbon and then 6/12 m more. How much ribbon is used? Draw a length model with equal-size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FF021-6D53-4CC1-B782-6B3127DD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402099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4A333-B42B-4DED-99BD-F7989D97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F584-4423-41B5-BB46-2F0AA0AC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4e068ad3f4be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28452-24AD-4BF7-A22A-85872779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E8F63-1385-42EF-B356-3FC66EC4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5899-DF23-497E-A874-A6DCF97E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project uses 3/6 m of ribbon and then 5/12 m more. How much ribbon is used? Draw a length model with equal-size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105F4-D7D5-45B2-9D85-C01AB3A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4169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92CE2-BE4D-434D-B789-084FB695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9960B-7920-432E-BADA-2A0928ED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174b633994fb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548CE-2787-46FB-9E1C-9D6FE9A3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C8B17-F6AE-438C-AC49-C6228F6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C2AD2-EB48-4202-ACA9-D00503C3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project uses 1/2 m of ribbon and then 3/4 m more. How much ribbon is used? Draw a length model with equal-size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9B203-C394-4E5C-8349-23E4715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94883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CE91C-E409-4A50-90B8-D5879EF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32CC0-5640-40D7-9495-1B2169BE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c16040f824fd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54C1D-63D2-4FFC-83BE-B237ECF1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567A1-766C-401E-A214-CE3D0068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E93FE-4B27-4ECB-89FC-8CFCBFF0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project uses 4/5 m of ribbon and then 1/10 m more. How much ribbon is used? Draw a length model with equal-size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46969-6CB7-4866-AF1F-7BAA550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143312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2B499-FE7A-4D4F-BACF-F345A2DE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AB5E0-03B0-4857-B6E5-5EAD1DC7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93ecd547a477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25294-1F36-4E24-8697-F286B75F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CBF4-1E7A-4F9C-8E51-BBE14775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5511D-231B-4C4F-BD53-92296FA2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5/4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5/6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11/12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5/4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0CCB4-8205-4116-83EB-EE60C21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9/10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769931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2026-09-15T01:32:00.6100000Z</dcterms:created>
  <dcterms:modified xsi:type="dcterms:W3CDTF">2026-09-15T01:32:00.6100000Z</dcterms:modified>
</coreProperties>
</file>