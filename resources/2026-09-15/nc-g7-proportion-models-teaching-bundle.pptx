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da6257a294b9e" /><Relationship Type="http://schemas.openxmlformats.org/officeDocument/2006/relationships/extended-properties" Target="/docProps/app.xml" Id="Rc5554988f13f4553" /><Relationship Type="http://schemas.openxmlformats.org/officeDocument/2006/relationships/officeDocument" Target="/ppt/presentation.xml" Id="R778bb36c2e6e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314a008284e7c"/>
  </p:sldMasterIdLst>
  <p:notesMasterIdLst>
    <p:notesMasterId xmlns:r="http://schemas.openxmlformats.org/officeDocument/2006/relationships" r:id="R5deba711f4db433f"/>
  </p:notesMasterIdLst>
  <p:sldIdLst>
    <p:sldId xmlns:r="http://schemas.openxmlformats.org/officeDocument/2006/relationships" id="256" r:id="R9ab2af3c97dc4357"/>
    <p:sldId xmlns:r="http://schemas.openxmlformats.org/officeDocument/2006/relationships" id="257" r:id="Re4d207dc2cd64962"/>
    <p:sldId xmlns:r="http://schemas.openxmlformats.org/officeDocument/2006/relationships" id="258" r:id="Rdd91193b09cc4f4c"/>
    <p:sldId xmlns:r="http://schemas.openxmlformats.org/officeDocument/2006/relationships" id="259" r:id="R0f3ed38327164295"/>
    <p:sldId xmlns:r="http://schemas.openxmlformats.org/officeDocument/2006/relationships" id="260" r:id="R056da7e08b244f66"/>
    <p:sldId xmlns:r="http://schemas.openxmlformats.org/officeDocument/2006/relationships" id="261" r:id="R459864061c714249"/>
    <p:sldId xmlns:r="http://schemas.openxmlformats.org/officeDocument/2006/relationships" id="262" r:id="R3c7b3636d0854290"/>
    <p:sldId xmlns:r="http://schemas.openxmlformats.org/officeDocument/2006/relationships" id="263" r:id="Rbc7bc06c76074b7c"/>
    <p:sldId xmlns:r="http://schemas.openxmlformats.org/officeDocument/2006/relationships" id="264" r:id="Re51fa94bfcee4a69"/>
    <p:sldId xmlns:r="http://schemas.openxmlformats.org/officeDocument/2006/relationships" id="265" r:id="R247c0f31675c40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7046b9dec44bf2" /><Relationship Type="http://schemas.openxmlformats.org/officeDocument/2006/relationships/slideMaster" Target="/ppt/slideMasters/slideMaster1.xml" Id="R4be314a008284e7c" /><Relationship Type="http://schemas.openxmlformats.org/officeDocument/2006/relationships/notesMaster" Target="/ppt/notesMasters/notesMaster1.xml" Id="R5deba711f4db433f" /><Relationship Type="http://schemas.openxmlformats.org/officeDocument/2006/relationships/presProps" Target="/ppt/presProps.xml" Id="Rcd79cdb7b4b64492" /><Relationship Type="http://schemas.openxmlformats.org/officeDocument/2006/relationships/tableStyles" Target="/ppt/tableStyles.xml" Id="R59e54c8fc76b4b98" /><Relationship Type="http://schemas.openxmlformats.org/officeDocument/2006/relationships/slide" Target="/ppt/slides/slide1.xml" Id="R9ab2af3c97dc4357" /><Relationship Type="http://schemas.openxmlformats.org/officeDocument/2006/relationships/slide" Target="/ppt/slides/slide2.xml" Id="Re4d207dc2cd64962" /><Relationship Type="http://schemas.openxmlformats.org/officeDocument/2006/relationships/slide" Target="/ppt/slides/slide3.xml" Id="Rdd91193b09cc4f4c" /><Relationship Type="http://schemas.openxmlformats.org/officeDocument/2006/relationships/slide" Target="/ppt/slides/slide4.xml" Id="R0f3ed38327164295" /><Relationship Type="http://schemas.openxmlformats.org/officeDocument/2006/relationships/slide" Target="/ppt/slides/slide5.xml" Id="R056da7e08b244f66" /><Relationship Type="http://schemas.openxmlformats.org/officeDocument/2006/relationships/slide" Target="/ppt/slides/slide6.xml" Id="R459864061c714249" /><Relationship Type="http://schemas.openxmlformats.org/officeDocument/2006/relationships/slide" Target="/ppt/slides/slide7.xml" Id="R3c7b3636d0854290" /><Relationship Type="http://schemas.openxmlformats.org/officeDocument/2006/relationships/slide" Target="/ppt/slides/slide8.xml" Id="Rbc7bc06c76074b7c" /><Relationship Type="http://schemas.openxmlformats.org/officeDocument/2006/relationships/slide" Target="/ppt/slides/slide9.xml" Id="Re51fa94bfcee4a69" /><Relationship Type="http://schemas.openxmlformats.org/officeDocument/2006/relationships/slide" Target="/ppt/slides/slide10.xml" Id="R247c0f31675c40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3d8dcfd50648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fc1d004eae4631" /><Relationship Type="http://schemas.openxmlformats.org/officeDocument/2006/relationships/notesMaster" Target="/ppt/notesMasters/notesMaster1.xml" Id="Rbb4fd739e4ef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dc0e700179418f" /><Relationship Type="http://schemas.openxmlformats.org/officeDocument/2006/relationships/notesMaster" Target="/ppt/notesMasters/notesMaster1.xml" Id="R2cd873eeb4bd40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682de545c475a" /><Relationship Type="http://schemas.openxmlformats.org/officeDocument/2006/relationships/notesMaster" Target="/ppt/notesMasters/notesMaster1.xml" Id="R71bb7e1c1f4941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ce530004f3430f" /><Relationship Type="http://schemas.openxmlformats.org/officeDocument/2006/relationships/notesMaster" Target="/ppt/notesMasters/notesMaster1.xml" Id="Rf82eb8c2d21d42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c7ca3be66246a0" /><Relationship Type="http://schemas.openxmlformats.org/officeDocument/2006/relationships/notesMaster" Target="/ppt/notesMasters/notesMaster1.xml" Id="Rf562768008304d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380b2d53db47e8" /><Relationship Type="http://schemas.openxmlformats.org/officeDocument/2006/relationships/notesMaster" Target="/ppt/notesMasters/notesMaster1.xml" Id="R6d3239ec4c2c40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b66ca231d047d6" /><Relationship Type="http://schemas.openxmlformats.org/officeDocument/2006/relationships/notesMaster" Target="/ppt/notesMasters/notesMaster1.xml" Id="Raee5138f10d449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96465675dc4a74" /><Relationship Type="http://schemas.openxmlformats.org/officeDocument/2006/relationships/notesMaster" Target="/ppt/notesMasters/notesMaster1.xml" Id="Rd9271abb34a843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037ccfb0ea4493" /><Relationship Type="http://schemas.openxmlformats.org/officeDocument/2006/relationships/notesMaster" Target="/ppt/notesMasters/notesMaster1.xml" Id="R4bcebc023a1149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331c7e703a49e8" /><Relationship Type="http://schemas.openxmlformats.org/officeDocument/2006/relationships/notesMaster" Target="/ppt/notesMasters/notesMaster1.xml" Id="Rd3e562bb409f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Identify and represent proportional relationships. Standard: NC.7.RP.2.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y/x at nonzero x values. A constant ratio gives y = kx and a graph through the origin.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Ratios y/x are 8, 8, 8. They are equal, so the constant of proportionality is 8.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Ratios y/x are 5, 4, 7/2. They differ. The starting value is not zero.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Ratios y/x are 4, 4, 4. They are equal, so the constant of proportionality is 4.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Ratios y/x are 5, 4, 7/2. They differ. The starting value is not zero.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Ratios y/x are 9, 9, 9. They are equal, so the constant of proportionality is 9.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Ratios y/x are 13, 11, 10. They differ. The starting value is not zero.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Ratios y/x are 5, 4, 7/2. They differ. The starting value is not zero.</a:t>
            </a:r>
          </a:p>
          <a:p xmlns:a="http://schemas.openxmlformats.org/drawingml/2006/main">
            <a:r>
              <a:t>2. Ratios y/x are 4, 4, 4. They are equal, so the constant of proportionality is 4.</a:t>
            </a:r>
          </a:p>
          <a:p xmlns:a="http://schemas.openxmlformats.org/drawingml/2006/main">
            <a:r>
              <a:t>3. Ratios y/x are 5, 4, 7/2. They differ. The starting value is not zero.</a:t>
            </a:r>
          </a:p>
          <a:p xmlns:a="http://schemas.openxmlformats.org/drawingml/2006/main">
            <a:r>
              <a:t>4. Ratios y/x are 9, 9, 9. They are equal, so the constant of proportionality is 9.</a:t>
            </a:r>
          </a:p>
          <a:p xmlns:a="http://schemas.openxmlformats.org/drawingml/2006/main">
            <a:r>
              <a:t>Exit: Ratios y/x are 13, 11, 10. They differ. The starting value is not zero.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2e1038c9e42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7c06d05a234578" /><Relationship Type="http://schemas.openxmlformats.org/officeDocument/2006/relationships/slideLayout" Target="/ppt/slideLayouts/slideLayout1.xml" Id="Rf82be8ec77dc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2be8ec77dc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046a553294f69" /><Relationship Type="http://schemas.openxmlformats.org/officeDocument/2006/relationships/image" Target="/ppt/media/image.png" Id="R04c3cd4ad27e4e5f" /><Relationship Type="http://schemas.openxmlformats.org/officeDocument/2006/relationships/image" Target="/ppt/media/image2.png" Id="R608d959bd6464fdc" /><Relationship Type="http://schemas.openxmlformats.org/officeDocument/2006/relationships/notesSlide" Target="/ppt/notesSlides/notesSlide1.xml" Id="Rd41d7e00d13147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4725ed0274c85" /><Relationship Type="http://schemas.openxmlformats.org/officeDocument/2006/relationships/image" Target="/ppt/media/image3.png" Id="Re3aaf97c2e3743dd" /><Relationship Type="http://schemas.openxmlformats.org/officeDocument/2006/relationships/notesSlide" Target="/ppt/notesSlides/notesSlide2.xml" Id="R8952038bef6d42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8a3d135e447c6" /><Relationship Type="http://schemas.openxmlformats.org/officeDocument/2006/relationships/image" Target="/ppt/media/image4.png" Id="R7b362935ab4a4712" /><Relationship Type="http://schemas.openxmlformats.org/officeDocument/2006/relationships/notesSlide" Target="/ppt/notesSlides/notesSlide3.xml" Id="R6d5d4d2064bc49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5bade98144236" /><Relationship Type="http://schemas.openxmlformats.org/officeDocument/2006/relationships/image" Target="/ppt/media/image5.png" Id="R31f859c69d4f4b47" /><Relationship Type="http://schemas.openxmlformats.org/officeDocument/2006/relationships/notesSlide" Target="/ppt/notesSlides/notesSlide4.xml" Id="R924a37da3e864f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902b2329749ee" /><Relationship Type="http://schemas.openxmlformats.org/officeDocument/2006/relationships/image" Target="/ppt/media/image6.png" Id="R837274316f184c1b" /><Relationship Type="http://schemas.openxmlformats.org/officeDocument/2006/relationships/notesSlide" Target="/ppt/notesSlides/notesSlide5.xml" Id="R1f42eeabdfe443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04a288306424e" /><Relationship Type="http://schemas.openxmlformats.org/officeDocument/2006/relationships/image" Target="/ppt/media/image7.png" Id="R63f60cc16c714149" /><Relationship Type="http://schemas.openxmlformats.org/officeDocument/2006/relationships/notesSlide" Target="/ppt/notesSlides/notesSlide6.xml" Id="R7c8193749acb44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b14d918fb46d3" /><Relationship Type="http://schemas.openxmlformats.org/officeDocument/2006/relationships/image" Target="/ppt/media/image8.png" Id="R16f24a5495dc4e2d" /><Relationship Type="http://schemas.openxmlformats.org/officeDocument/2006/relationships/notesSlide" Target="/ppt/notesSlides/notesSlide7.xml" Id="R85685dba9b664f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aa36fe832486b" /><Relationship Type="http://schemas.openxmlformats.org/officeDocument/2006/relationships/image" Target="/ppt/media/image9.png" Id="R6b47a725d6de4a66" /><Relationship Type="http://schemas.openxmlformats.org/officeDocument/2006/relationships/notesSlide" Target="/ppt/notesSlides/notesSlide8.xml" Id="R0354bbb4081b40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8542249fa422b" /><Relationship Type="http://schemas.openxmlformats.org/officeDocument/2006/relationships/image" Target="/ppt/media/image10.png" Id="R0d723d9084cc47f8" /><Relationship Type="http://schemas.openxmlformats.org/officeDocument/2006/relationships/notesSlide" Target="/ppt/notesSlides/notesSlide9.xml" Id="Ra289e2554e5d47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73825c72b472e" /><Relationship Type="http://schemas.openxmlformats.org/officeDocument/2006/relationships/image" Target="/ppt/media/image11.png" Id="R5c32c651cff546ee" /><Relationship Type="http://schemas.openxmlformats.org/officeDocument/2006/relationships/notesSlide" Target="/ppt/notesSlides/notesSlide10.xml" Id="R9b99e9e0ed5743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98B56-5D86-430C-B7AD-A367797B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0AFEC-6B5C-471A-A4CB-F2E13687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Proportional or Not?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3cd4ad27e4e5f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EE59C-8D01-48F7-BA5B-D096AFAF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0B4FC-19D3-45B6-A1CC-9CC1F5E4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d959bd6464fdc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26C8B-37BA-4F49-A162-867A0CB0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7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NC.7.RP.2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C44C-C9E7-43C9-A2D0-781E8681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Identify and represent proportional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339722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B63A9-49FA-457A-A520-1653C00F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FEFDC-7E0E-45A6-A57D-3B21149C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af97c2e3743d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4DB89-2D6F-4EA2-8F29-ABE357F0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8E526-FBDE-46A5-AD0D-C0AFABB8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96C6E-5964-4EF7-8DB0-EC126205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484228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F70A4-05B0-42DC-8329-B3A3F0F0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642EE-FCF2-47CD-A532-9529832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62935ab4a471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1B2C5-3C1F-4694-B62F-4BCF757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8EB82-C262-473D-A180-037CB35E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44C13-44C7-46DC-9E21-BCF042BB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table has (x,y) pairs [(1, 6), (2, 9), (4, 15)]. Is the relationship proportional? Explain using ratios and write a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9DA01-8B44-4EEA-BD8D-588304DF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Ratios y/x are 6, 9/2, 15/4. They differ. The starting value is not zero.</a:t>
            </a:r>
          </a:p>
        </p:txBody>
      </p:sp>
    </p:spTree>
    <p:extLst>
      <p:ext uri="{BB962C8B-B14F-4D97-AF65-F5344CB8AC3E}">
        <p14:creationId xmlns:p14="http://schemas.microsoft.com/office/powerpoint/2010/main" val="51010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ECC63-9F83-45C6-85D2-E7064007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ABA27-53BC-46CF-AA60-90C4B5CE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859c69d4f4b4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1235E-E3F4-4CF2-A31C-A27C93B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FADDA-F075-4313-9F1C-1DD7BD22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A326F-FAD0-49FF-A25B-FD61F29F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table has (x,y) pairs [(1, 8), (2, 16), (4, 32)]. Is the relationship proportional? Explain using ratios and write a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6D800-41DA-4719-8C1D-A3F5830F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959196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3D003-5832-49FA-97AC-0F8D7056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ECDF3-2DA0-4D27-B7F5-DD716A11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274316f184c1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C8E75-B307-4FAE-841E-2DC5E9C2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5BF7A-B287-4BB3-B920-1B21B4AA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0415E-7E83-4C2A-919E-FC0C005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table has (x,y) pairs [(1, 5), (2, 8), (4, 14)]. Is the relationship proportional? Explain using ratios and write a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B9B08-2D10-4FA2-B3E0-17343009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264513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F223E-E375-4A31-BFD2-DABA9C7A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5543D-6E96-417F-834E-DD818883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60cc16c71414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9E7B8-9D82-4CFF-9D3A-5EE57B1F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9E782-708E-414B-8EDD-2A86F2ED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0089E-6B68-4051-AD36-A0A6129A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table has (x,y) pairs [(1, 4), (2, 8), (4, 16)]. Is the relationship proportional? Explain using ratios and write a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09E7A-0390-4C7D-AD78-B055AA5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283539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DE412-8F63-4996-947A-B30C09C3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A37AE-BA3F-4F8C-B30B-D40F22F3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24a5495dc4e2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5586A-B382-4378-B3C7-B851482D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5E6A1-AD10-4007-B894-4DFD8C45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CE256-6368-4F39-9242-5E289585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table has (x,y) pairs [(1, 5), (2, 8), (4, 14)]. Is the relationship proportional? Explain using ratios and write a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F2CC7-7B9D-4D32-BB18-9BF7BC82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684888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0A2CB-5A6A-4377-9FD4-6EA60C12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744B9-7655-406E-A9EC-FB659610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7a725d6de4a6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8E913-1E9B-4ADD-9391-EE3AFD7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E81FA-D6DE-44CF-A959-ABC884C5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F4CDB-8484-45EC-BE90-A4794398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table has (x,y) pairs [(1, 9), (2, 18), (4, 36)]. Is the relationship proportional? Explain using ratios and write a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E70DA-A02F-4D41-B77B-96CDB608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6681796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C20AE-2417-4364-95AF-2E6B8E60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BBF64-CEE6-47E3-8A3D-CA136FA5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23d9084cc47f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4A65A-420C-47B6-A134-C3B05A45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A508B-0E86-4788-AE0F-BE457618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23881-BAA0-4179-AD8A-78FC0805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table has (x,y) pairs [(1, 13), (2, 22), (4, 40)]. Is the relationship proportional? Explain using ratios and write a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CA90D-490A-4395-9296-B13299B5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2808138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176D8-E59D-4E3E-A177-A1237D1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D7464-9217-4640-8445-3204076B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2c651cff546e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775E6-F7B5-48CB-B907-163DBB38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70356-D7E4-4CFE-A1A3-674FD764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9FCB1-E85A-478F-97E9-FB7053B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No; y = 3x + 2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Yes; y = 4x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No; y = 3x + 2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Yes; y = 9x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C5C0C-8E8B-4805-98A1-B35EE2D6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No; y = 9x + 4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967497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2026-09-15T01:32:35.6380000Z</dcterms:created>
  <dcterms:modified xsi:type="dcterms:W3CDTF">2026-09-15T01:32:35.6380000Z</dcterms:modified>
</coreProperties>
</file>