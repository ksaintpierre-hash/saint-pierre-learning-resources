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3626f5a89f443a" /><Relationship Type="http://schemas.openxmlformats.org/officeDocument/2006/relationships/extended-properties" Target="/docProps/app.xml" Id="R0c2fa0f9ecb14faa" /><Relationship Type="http://schemas.openxmlformats.org/officeDocument/2006/relationships/officeDocument" Target="/ppt/presentation.xml" Id="Rd5cbc3e7f6ce46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c86f2027bb4362"/>
  </p:sldMasterIdLst>
  <p:notesMasterIdLst>
    <p:notesMasterId xmlns:r="http://schemas.openxmlformats.org/officeDocument/2006/relationships" r:id="R715ffbd5a6104b63"/>
  </p:notesMasterIdLst>
  <p:sldIdLst>
    <p:sldId xmlns:r="http://schemas.openxmlformats.org/officeDocument/2006/relationships" id="256" r:id="Rb0a6482b04364838"/>
    <p:sldId xmlns:r="http://schemas.openxmlformats.org/officeDocument/2006/relationships" id="257" r:id="R6cd6b6b3c92545d3"/>
    <p:sldId xmlns:r="http://schemas.openxmlformats.org/officeDocument/2006/relationships" id="258" r:id="Rb688ea1228224acc"/>
    <p:sldId xmlns:r="http://schemas.openxmlformats.org/officeDocument/2006/relationships" id="259" r:id="Rb61871f83e6a4660"/>
    <p:sldId xmlns:r="http://schemas.openxmlformats.org/officeDocument/2006/relationships" id="260" r:id="Rc23ce2fb14644c58"/>
    <p:sldId xmlns:r="http://schemas.openxmlformats.org/officeDocument/2006/relationships" id="261" r:id="Rb8aa9f7b3546488b"/>
    <p:sldId xmlns:r="http://schemas.openxmlformats.org/officeDocument/2006/relationships" id="262" r:id="R8c239096917141dd"/>
    <p:sldId xmlns:r="http://schemas.openxmlformats.org/officeDocument/2006/relationships" id="263" r:id="R8f03bec4ff09453b"/>
    <p:sldId xmlns:r="http://schemas.openxmlformats.org/officeDocument/2006/relationships" id="264" r:id="Rfa310c016e46454b"/>
    <p:sldId xmlns:r="http://schemas.openxmlformats.org/officeDocument/2006/relationships" id="265" r:id="R25083573522d4b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65ba465ceb4023" /><Relationship Type="http://schemas.openxmlformats.org/officeDocument/2006/relationships/slideMaster" Target="/ppt/slideMasters/slideMaster1.xml" Id="Rd3c86f2027bb4362" /><Relationship Type="http://schemas.openxmlformats.org/officeDocument/2006/relationships/notesMaster" Target="/ppt/notesMasters/notesMaster1.xml" Id="R715ffbd5a6104b63" /><Relationship Type="http://schemas.openxmlformats.org/officeDocument/2006/relationships/presProps" Target="/ppt/presProps.xml" Id="Rd901d25a2ffe4bc7" /><Relationship Type="http://schemas.openxmlformats.org/officeDocument/2006/relationships/tableStyles" Target="/ppt/tableStyles.xml" Id="R1e7d0c0041744f42" /><Relationship Type="http://schemas.openxmlformats.org/officeDocument/2006/relationships/slide" Target="/ppt/slides/slide1.xml" Id="Rb0a6482b04364838" /><Relationship Type="http://schemas.openxmlformats.org/officeDocument/2006/relationships/slide" Target="/ppt/slides/slide2.xml" Id="R6cd6b6b3c92545d3" /><Relationship Type="http://schemas.openxmlformats.org/officeDocument/2006/relationships/slide" Target="/ppt/slides/slide3.xml" Id="Rb688ea1228224acc" /><Relationship Type="http://schemas.openxmlformats.org/officeDocument/2006/relationships/slide" Target="/ppt/slides/slide4.xml" Id="Rb61871f83e6a4660" /><Relationship Type="http://schemas.openxmlformats.org/officeDocument/2006/relationships/slide" Target="/ppt/slides/slide5.xml" Id="Rc23ce2fb14644c58" /><Relationship Type="http://schemas.openxmlformats.org/officeDocument/2006/relationships/slide" Target="/ppt/slides/slide6.xml" Id="Rb8aa9f7b3546488b" /><Relationship Type="http://schemas.openxmlformats.org/officeDocument/2006/relationships/slide" Target="/ppt/slides/slide7.xml" Id="R8c239096917141dd" /><Relationship Type="http://schemas.openxmlformats.org/officeDocument/2006/relationships/slide" Target="/ppt/slides/slide8.xml" Id="R8f03bec4ff09453b" /><Relationship Type="http://schemas.openxmlformats.org/officeDocument/2006/relationships/slide" Target="/ppt/slides/slide9.xml" Id="Rfa310c016e46454b" /><Relationship Type="http://schemas.openxmlformats.org/officeDocument/2006/relationships/slide" Target="/ppt/slides/slide10.xml" Id="R25083573522d4b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65438764764f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843e0329bd441c" /><Relationship Type="http://schemas.openxmlformats.org/officeDocument/2006/relationships/notesMaster" Target="/ppt/notesMasters/notesMaster1.xml" Id="R1eb3ae63cdbd46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5d8d3b176f46a1" /><Relationship Type="http://schemas.openxmlformats.org/officeDocument/2006/relationships/notesMaster" Target="/ppt/notesMasters/notesMaster1.xml" Id="Rc2684193ca8a46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e0e1ccbe1148d8" /><Relationship Type="http://schemas.openxmlformats.org/officeDocument/2006/relationships/notesMaster" Target="/ppt/notesMasters/notesMaster1.xml" Id="R5218108faec64a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591416deb94706" /><Relationship Type="http://schemas.openxmlformats.org/officeDocument/2006/relationships/notesMaster" Target="/ppt/notesMasters/notesMaster1.xml" Id="Re2db551d66c14d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a9dc85060a4adf" /><Relationship Type="http://schemas.openxmlformats.org/officeDocument/2006/relationships/notesMaster" Target="/ppt/notesMasters/notesMaster1.xml" Id="R29bc93f529314c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a4210ffa394f34" /><Relationship Type="http://schemas.openxmlformats.org/officeDocument/2006/relationships/notesMaster" Target="/ppt/notesMasters/notesMaster1.xml" Id="R1e85c7fe780646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2bcc8fab704bc6" /><Relationship Type="http://schemas.openxmlformats.org/officeDocument/2006/relationships/notesMaster" Target="/ppt/notesMasters/notesMaster1.xml" Id="R6bc80e06656e47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895060cc784cae" /><Relationship Type="http://schemas.openxmlformats.org/officeDocument/2006/relationships/notesMaster" Target="/ppt/notesMasters/notesMaster1.xml" Id="Rb573df441e3f4e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c2e4651a2448b2" /><Relationship Type="http://schemas.openxmlformats.org/officeDocument/2006/relationships/notesMaster" Target="/ppt/notesMasters/notesMaster1.xml" Id="R1fc45fb4b4fd4e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7c31b249204173" /><Relationship Type="http://schemas.openxmlformats.org/officeDocument/2006/relationships/notesMaster" Target="/ppt/notesMasters/notesMaster1.xml" Id="R3f4faea1f66847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Write and solve one-step equations. Standard: NC.6.EE.7.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Undo the operation on the unknown by applying the same inverse operation to both sides. Substitute to verify.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Subtract 11/2 on both sides: x = 12. Check: 12 + 11/2 = 35/2.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Divide both sides by 8: x = 15/2. Check: 8 × 15/2 = 60.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Subtract 4 on both sides: x = 17/2. Check: 17/2 + 4 = 25/2.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Divide both sides by 9: x = 12. Check: 9 × 12 = 108.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Subtract 5 on both sides: x = 19/2. Check: 19/2 + 5 = 29/2.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Divide both sides by 2: x = 2. Check: 2 × 2 = 4.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Divide both sides by 8: x = 15/2. Check: 8 × 15/2 = 60.</a:t>
            </a:r>
          </a:p>
          <a:p xmlns:a="http://schemas.openxmlformats.org/drawingml/2006/main">
            <a:r>
              <a:t>2. Subtract 4 on both sides: x = 17/2. Check: 17/2 + 4 = 25/2.</a:t>
            </a:r>
          </a:p>
          <a:p xmlns:a="http://schemas.openxmlformats.org/drawingml/2006/main">
            <a:r>
              <a:t>3. Divide both sides by 9: x = 12. Check: 9 × 12 = 108.</a:t>
            </a:r>
          </a:p>
          <a:p xmlns:a="http://schemas.openxmlformats.org/drawingml/2006/main">
            <a:r>
              <a:t>4. Subtract 5 on both sides: x = 19/2. Check: 19/2 + 5 = 29/2.</a:t>
            </a:r>
          </a:p>
          <a:p xmlns:a="http://schemas.openxmlformats.org/drawingml/2006/main">
            <a:r>
              <a:t>Exit: Divide both sides by 2: x = 2. Check: 2 × 2 = 4.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b4b48145044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f01af3e35344df" /><Relationship Type="http://schemas.openxmlformats.org/officeDocument/2006/relationships/slideLayout" Target="/ppt/slideLayouts/slideLayout1.xml" Id="Rb132c4a867be40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32c4a867be40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bcff45f834cd5" /><Relationship Type="http://schemas.openxmlformats.org/officeDocument/2006/relationships/image" Target="/ppt/media/image.png" Id="R7cf89946439d4706" /><Relationship Type="http://schemas.openxmlformats.org/officeDocument/2006/relationships/image" Target="/ppt/media/image2.png" Id="R890ccd3c74d14136" /><Relationship Type="http://schemas.openxmlformats.org/officeDocument/2006/relationships/notesSlide" Target="/ppt/notesSlides/notesSlide1.xml" Id="Re0ec60de20f247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fdf21221942cc" /><Relationship Type="http://schemas.openxmlformats.org/officeDocument/2006/relationships/image" Target="/ppt/media/image3.png" Id="Rb4b09eace9d34369" /><Relationship Type="http://schemas.openxmlformats.org/officeDocument/2006/relationships/notesSlide" Target="/ppt/notesSlides/notesSlide2.xml" Id="R614d78c5470348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c562fd4974057" /><Relationship Type="http://schemas.openxmlformats.org/officeDocument/2006/relationships/image" Target="/ppt/media/image4.png" Id="R18f95e169d9d4560" /><Relationship Type="http://schemas.openxmlformats.org/officeDocument/2006/relationships/notesSlide" Target="/ppt/notesSlides/notesSlide3.xml" Id="Recf0bcda5d2445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3dd76fe0a4a1a" /><Relationship Type="http://schemas.openxmlformats.org/officeDocument/2006/relationships/image" Target="/ppt/media/image5.png" Id="R776fe6390abd45ee" /><Relationship Type="http://schemas.openxmlformats.org/officeDocument/2006/relationships/notesSlide" Target="/ppt/notesSlides/notesSlide4.xml" Id="R82dd1e29645a49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0fe115dad4447" /><Relationship Type="http://schemas.openxmlformats.org/officeDocument/2006/relationships/image" Target="/ppt/media/image6.png" Id="R08870fc72bdd4e6e" /><Relationship Type="http://schemas.openxmlformats.org/officeDocument/2006/relationships/notesSlide" Target="/ppt/notesSlides/notesSlide5.xml" Id="R62c40a801ba945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c89464f4b403c" /><Relationship Type="http://schemas.openxmlformats.org/officeDocument/2006/relationships/image" Target="/ppt/media/image7.png" Id="Reb99a30015ac412b" /><Relationship Type="http://schemas.openxmlformats.org/officeDocument/2006/relationships/notesSlide" Target="/ppt/notesSlides/notesSlide6.xml" Id="Rce054db0d95346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862e063914805" /><Relationship Type="http://schemas.openxmlformats.org/officeDocument/2006/relationships/image" Target="/ppt/media/image8.png" Id="Rfb0ba8301e914bb4" /><Relationship Type="http://schemas.openxmlformats.org/officeDocument/2006/relationships/notesSlide" Target="/ppt/notesSlides/notesSlide7.xml" Id="R79d743f02c4f4a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5406a6aee48e5" /><Relationship Type="http://schemas.openxmlformats.org/officeDocument/2006/relationships/image" Target="/ppt/media/image9.png" Id="Rf7d35ca876ea4349" /><Relationship Type="http://schemas.openxmlformats.org/officeDocument/2006/relationships/notesSlide" Target="/ppt/notesSlides/notesSlide8.xml" Id="R6663e7dd16a64f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bd837f000462b" /><Relationship Type="http://schemas.openxmlformats.org/officeDocument/2006/relationships/image" Target="/ppt/media/image10.png" Id="Rcd7ded7001df4e67" /><Relationship Type="http://schemas.openxmlformats.org/officeDocument/2006/relationships/notesSlide" Target="/ppt/notesSlides/notesSlide9.xml" Id="R9d8ae139ac6249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0e1811bb64b99" /><Relationship Type="http://schemas.openxmlformats.org/officeDocument/2006/relationships/image" Target="/ppt/media/image11.png" Id="R62a91fb0aa7c4333" /><Relationship Type="http://schemas.openxmlformats.org/officeDocument/2006/relationships/notesSlide" Target="/ppt/notesSlides/notesSlide10.xml" Id="R430000d1263648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4B964-55EF-4006-B13D-45FB91D4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524B4-DD54-4DF2-88E3-2049AB78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Balance a One-Step Equation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89946439d4706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B2563-C3EC-40AC-B4BF-A5418630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7B77D-D837-4E88-9D64-B9AE48D0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ccd3c74d14136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40E46-314B-4A0E-A1C8-00E7E756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6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NC.6.EE.7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5CC63-0AA1-4F37-B18E-1C4C66AA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Write and solve one-step equations.</a:t>
            </a:r>
          </a:p>
        </p:txBody>
      </p:sp>
    </p:spTree>
    <p:extLst>
      <p:ext uri="{BB962C8B-B14F-4D97-AF65-F5344CB8AC3E}">
        <p14:creationId xmlns:p14="http://schemas.microsoft.com/office/powerpoint/2010/main" val="1919917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FA57C-B40E-49A6-8564-B98F542B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AA3E2-D8FF-4AD3-B36F-B9E01FC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09eace9d3436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7576E-2FE7-40FE-9C8A-3C05FBD5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C3060-66BC-4136-9CD1-C4628E3B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A34B6-3273-41FF-819D-C0BEDE5C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21338454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AFE49-4E23-494E-A9B4-58826264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E3EEB-2BF1-4667-A0A9-01AA3502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95e169d9d456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D72B5-B83E-4C62-AD1B-A958EE28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A8810-BA60-4A13-8455-B961F6DD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965DD-93E0-424A-911A-B5BA46C4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Solve 9x = 81. Show the same operation on both sides, then substitute to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CD9D3-5930-4446-86C4-E2A7103A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Divide both sides by 9: x = 9. Check: 9 × 9 = 81.</a:t>
            </a:r>
          </a:p>
        </p:txBody>
      </p:sp>
    </p:spTree>
    <p:extLst>
      <p:ext uri="{BB962C8B-B14F-4D97-AF65-F5344CB8AC3E}">
        <p14:creationId xmlns:p14="http://schemas.microsoft.com/office/powerpoint/2010/main" val="998047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C53E5-2F4A-43C3-AB18-117B836E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AB15B-5974-40C2-BB09-5BDA8A24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fe6390abd45ee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432C1-0987-4BB5-BE4B-E017AE1F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F90C6-CBD8-4FE7-A175-88C013DF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0F60E-93F9-4186-A8CB-0659D0EF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Solve x + 11/2 = 35/2. Show the same operation on both sides, then substitute to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C93CE-143D-4A44-B415-76955AFF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10183989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CD270-EAB7-43D2-9178-7E0356EE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52527-FE3E-4AE1-83A2-A8C36752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70fc72bdd4e6e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A7F09-F68B-4BF2-8110-45B339B9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B0646-63F6-4D59-86E6-4BB3A470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562F7-2469-469C-8443-11C43DD0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Solve 8x = 60. Show the same operation on both sides, then substitute to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A24CD-3895-4948-AA5D-2FFDDEAB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63724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A0ECD-458A-45BD-93FF-AC4CCDE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E31B1-8422-4BCC-96FC-2F9AF7B7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9a30015ac412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39437-98A0-4B99-BA56-7BBCBEFB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F2024-1201-4C0F-B1AF-172226A1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BB47F-B9ED-44A7-A855-A0FD4C52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Solve x + 4 = 25/2. Show the same operation on both sides, then substitute to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FC8BF-540F-49F1-8BDA-D04ED1DF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506488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D992D-3732-485A-866E-9E5F2826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DD582-E3B4-41BA-9137-52D65D9A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ba8301e914bb4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29C7C-5DC1-4C3F-8B91-F7934D57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71109-7A92-4256-8E30-D170086A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769EC-C64C-4901-88BB-9AC0B313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Solve 9x = 108. Show the same operation on both sides, then substitute to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A80E7-E711-48B5-AA70-0B623D96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7731732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E2E60-3A87-4CC3-951B-079F9E39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5B0D5-56B5-416F-9009-3C437A76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35ca876ea434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7B5D8-770E-49DD-BA9C-E904C96E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C46D6-EFE8-4B0A-A94C-DE658C83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B58B6-6B2D-4E13-B23D-AE60DDA2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Solve x + 5 = 29/2. Show the same operation on both sides, then substitute to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F09E6-AA21-4056-BBD5-2E692515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6720903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1CFAF-F997-479B-A40C-127FCD67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744A5-72FB-412B-9C51-ACAC75A6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ded7001df4e6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25295-8A55-4CBE-82DF-5B95CA51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045AA-8786-4837-9677-B859E01D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89486-E8D7-4D9A-B2D5-6245B1BB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Solve 2x = 4. Show the same operation on both sides, then substitute to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22F12-BFF6-4685-96E3-C41B64C3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13945857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8AE1D-DB38-4B21-8F20-E29496A3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07DED-F92A-461A-95B5-F27E55AF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91fb0aa7c4333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4173C-C8DF-4F6E-9566-17E4AEF1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8E17A-9FBF-4C05-9BB0-87EE2FD4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DC028-4A32-4707-8AE5-604793D0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x = 15/2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x = 17/2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x =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x = 19/2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C90A0-E6F7-4880-AF14-99140BB2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x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18949773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2026-09-15T01:32:08.4800000Z</dcterms:created>
  <dcterms:modified xsi:type="dcterms:W3CDTF">2026-09-15T01:32:08.4800000Z</dcterms:modified>
</coreProperties>
</file>