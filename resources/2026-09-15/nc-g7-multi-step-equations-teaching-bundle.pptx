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1718509fcc4f1e" /><Relationship Type="http://schemas.openxmlformats.org/officeDocument/2006/relationships/extended-properties" Target="/docProps/app.xml" Id="R234058c741884426" /><Relationship Type="http://schemas.openxmlformats.org/officeDocument/2006/relationships/officeDocument" Target="/ppt/presentation.xml" Id="R482a0ea55d8f4c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49c5777a2f4f9d"/>
  </p:sldMasterIdLst>
  <p:notesMasterIdLst>
    <p:notesMasterId xmlns:r="http://schemas.openxmlformats.org/officeDocument/2006/relationships" r:id="R4f4328890b6f4bd2"/>
  </p:notesMasterIdLst>
  <p:sldIdLst>
    <p:sldId xmlns:r="http://schemas.openxmlformats.org/officeDocument/2006/relationships" id="256" r:id="Re0dd20de48314c37"/>
    <p:sldId xmlns:r="http://schemas.openxmlformats.org/officeDocument/2006/relationships" id="257" r:id="Ra6d793c07ae94ce7"/>
    <p:sldId xmlns:r="http://schemas.openxmlformats.org/officeDocument/2006/relationships" id="258" r:id="R2b8c598e83c841b4"/>
    <p:sldId xmlns:r="http://schemas.openxmlformats.org/officeDocument/2006/relationships" id="259" r:id="R6262c7cfb1a241e1"/>
    <p:sldId xmlns:r="http://schemas.openxmlformats.org/officeDocument/2006/relationships" id="260" r:id="R56503ae6d7304074"/>
    <p:sldId xmlns:r="http://schemas.openxmlformats.org/officeDocument/2006/relationships" id="261" r:id="R9f2bfe0dfe494739"/>
    <p:sldId xmlns:r="http://schemas.openxmlformats.org/officeDocument/2006/relationships" id="262" r:id="R452b065e055142ff"/>
    <p:sldId xmlns:r="http://schemas.openxmlformats.org/officeDocument/2006/relationships" id="263" r:id="Ra0af479218e241a6"/>
    <p:sldId xmlns:r="http://schemas.openxmlformats.org/officeDocument/2006/relationships" id="264" r:id="Rdeb9d4e1c611454f"/>
    <p:sldId xmlns:r="http://schemas.openxmlformats.org/officeDocument/2006/relationships" id="265" r:id="R06b0cf8beb9b40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43d6970d374712" /><Relationship Type="http://schemas.openxmlformats.org/officeDocument/2006/relationships/slideMaster" Target="/ppt/slideMasters/slideMaster1.xml" Id="R9049c5777a2f4f9d" /><Relationship Type="http://schemas.openxmlformats.org/officeDocument/2006/relationships/notesMaster" Target="/ppt/notesMasters/notesMaster1.xml" Id="R4f4328890b6f4bd2" /><Relationship Type="http://schemas.openxmlformats.org/officeDocument/2006/relationships/presProps" Target="/ppt/presProps.xml" Id="R4c72bec6ef2c464f" /><Relationship Type="http://schemas.openxmlformats.org/officeDocument/2006/relationships/tableStyles" Target="/ppt/tableStyles.xml" Id="R8a611cc7bfef4609" /><Relationship Type="http://schemas.openxmlformats.org/officeDocument/2006/relationships/slide" Target="/ppt/slides/slide1.xml" Id="Re0dd20de48314c37" /><Relationship Type="http://schemas.openxmlformats.org/officeDocument/2006/relationships/slide" Target="/ppt/slides/slide2.xml" Id="Ra6d793c07ae94ce7" /><Relationship Type="http://schemas.openxmlformats.org/officeDocument/2006/relationships/slide" Target="/ppt/slides/slide3.xml" Id="R2b8c598e83c841b4" /><Relationship Type="http://schemas.openxmlformats.org/officeDocument/2006/relationships/slide" Target="/ppt/slides/slide4.xml" Id="R6262c7cfb1a241e1" /><Relationship Type="http://schemas.openxmlformats.org/officeDocument/2006/relationships/slide" Target="/ppt/slides/slide5.xml" Id="R56503ae6d7304074" /><Relationship Type="http://schemas.openxmlformats.org/officeDocument/2006/relationships/slide" Target="/ppt/slides/slide6.xml" Id="R9f2bfe0dfe494739" /><Relationship Type="http://schemas.openxmlformats.org/officeDocument/2006/relationships/slide" Target="/ppt/slides/slide7.xml" Id="R452b065e055142ff" /><Relationship Type="http://schemas.openxmlformats.org/officeDocument/2006/relationships/slide" Target="/ppt/slides/slide8.xml" Id="Ra0af479218e241a6" /><Relationship Type="http://schemas.openxmlformats.org/officeDocument/2006/relationships/slide" Target="/ppt/slides/slide9.xml" Id="Rdeb9d4e1c611454f" /><Relationship Type="http://schemas.openxmlformats.org/officeDocument/2006/relationships/slide" Target="/ppt/slides/slide10.xml" Id="R06b0cf8beb9b40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669590cde846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a8b91de78f4477" /><Relationship Type="http://schemas.openxmlformats.org/officeDocument/2006/relationships/notesMaster" Target="/ppt/notesMasters/notesMaster1.xml" Id="R189559bc9e6044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1cc3fd2da849fb" /><Relationship Type="http://schemas.openxmlformats.org/officeDocument/2006/relationships/notesMaster" Target="/ppt/notesMasters/notesMaster1.xml" Id="R9821b1717f4f40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1d3a8759f241d1" /><Relationship Type="http://schemas.openxmlformats.org/officeDocument/2006/relationships/notesMaster" Target="/ppt/notesMasters/notesMaster1.xml" Id="Ra73fa8219a1749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45bcfb85d94c32" /><Relationship Type="http://schemas.openxmlformats.org/officeDocument/2006/relationships/notesMaster" Target="/ppt/notesMasters/notesMaster1.xml" Id="R0f2d7702622043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a5fc7a4a014cf8" /><Relationship Type="http://schemas.openxmlformats.org/officeDocument/2006/relationships/notesMaster" Target="/ppt/notesMasters/notesMaster1.xml" Id="R7ea349dddbb949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523cdb208e4397" /><Relationship Type="http://schemas.openxmlformats.org/officeDocument/2006/relationships/notesMaster" Target="/ppt/notesMasters/notesMaster1.xml" Id="Rd564a7c351d546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a2fbaf452c49d9" /><Relationship Type="http://schemas.openxmlformats.org/officeDocument/2006/relationships/notesMaster" Target="/ppt/notesMasters/notesMaster1.xml" Id="R1d65b0ccb1824f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a1ae04a80b46cc" /><Relationship Type="http://schemas.openxmlformats.org/officeDocument/2006/relationships/notesMaster" Target="/ppt/notesMasters/notesMaster1.xml" Id="Rb37e769de50949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13a6618d1b4acf" /><Relationship Type="http://schemas.openxmlformats.org/officeDocument/2006/relationships/notesMaster" Target="/ppt/notesMasters/notesMaster1.xml" Id="R02429c12c60743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6370a96e774e37" /><Relationship Type="http://schemas.openxmlformats.org/officeDocument/2006/relationships/notesMaster" Target="/ppt/notesMasters/notesMaster1.xml" Id="Rdb1c83a5b4c043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Model and solve multi-step equations. Standard: NC.7.EE.4.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unknown with units. Undo addition before multiplication, or expand first. Substitute the answer into the original equation.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Let x count kits. 2x + 5 = 27; 2x = 22; x = 11. Check: 2(11) + 5 = 27.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Let x count kits. 6x + 6 = 84; 6x = 78; x = 13. Check: 6(13) + 6 = 84.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Let x count kits. 6x + 3 = 39; 6x = 36; x = 6. Check: 6(6) + 3 = 39.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Let x count kits. 4x + 8 = 84; 4x = 76; x = 19. Check: 4(19) + 8 = 84.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Let x count kits. 8x + 5 = 125; 8x = 120; x = 15. Check: 8(15) + 5 = 125.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Let x count kits. 4x + 2 = 14; 4x = 12; x = 3. Check: 4(3) + 2 = 14.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Let x count kits. 6x + 6 = 84; 6x = 78; x = 13. Check: 6(13) + 6 = 84.</a:t>
            </a:r>
          </a:p>
          <a:p xmlns:a="http://schemas.openxmlformats.org/drawingml/2006/main">
            <a:r>
              <a:t>2. Let x count kits. 6x + 3 = 39; 6x = 36; x = 6. Check: 6(6) + 3 = 39.</a:t>
            </a:r>
          </a:p>
          <a:p xmlns:a="http://schemas.openxmlformats.org/drawingml/2006/main">
            <a:r>
              <a:t>3. Let x count kits. 4x + 8 = 84; 4x = 76; x = 19. Check: 4(19) + 8 = 84.</a:t>
            </a:r>
          </a:p>
          <a:p xmlns:a="http://schemas.openxmlformats.org/drawingml/2006/main">
            <a:r>
              <a:t>4. Let x count kits. 8x + 5 = 125; 8x = 120; x = 15. Check: 8(15) + 5 = 125.</a:t>
            </a:r>
          </a:p>
          <a:p xmlns:a="http://schemas.openxmlformats.org/drawingml/2006/main">
            <a:r>
              <a:t>Exit: Let x count kits. 4x + 2 = 14; 4x = 12; x = 3. Check: 4(3) + 2 = 14.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970b9fdf842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51dcca1fc547fa" /><Relationship Type="http://schemas.openxmlformats.org/officeDocument/2006/relationships/slideLayout" Target="/ppt/slideLayouts/slideLayout1.xml" Id="Ra103e7526a0342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03e7526a0342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e5409fb584a6e" /><Relationship Type="http://schemas.openxmlformats.org/officeDocument/2006/relationships/image" Target="/ppt/media/image.png" Id="Rfcd3800856b14a52" /><Relationship Type="http://schemas.openxmlformats.org/officeDocument/2006/relationships/image" Target="/ppt/media/image2.png" Id="R2f0d1927339f439b" /><Relationship Type="http://schemas.openxmlformats.org/officeDocument/2006/relationships/notesSlide" Target="/ppt/notesSlides/notesSlide1.xml" Id="R12d857a4c6db4a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543c2a8fb4fbc" /><Relationship Type="http://schemas.openxmlformats.org/officeDocument/2006/relationships/image" Target="/ppt/media/image3.png" Id="R2734bd6d55ad4e89" /><Relationship Type="http://schemas.openxmlformats.org/officeDocument/2006/relationships/notesSlide" Target="/ppt/notesSlides/notesSlide2.xml" Id="R3caddef9891440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ffb0cd6694751" /><Relationship Type="http://schemas.openxmlformats.org/officeDocument/2006/relationships/image" Target="/ppt/media/image4.png" Id="Rc85d2369449d4b46" /><Relationship Type="http://schemas.openxmlformats.org/officeDocument/2006/relationships/notesSlide" Target="/ppt/notesSlides/notesSlide3.xml" Id="R2a40244a62744a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c4ae41e92452e" /><Relationship Type="http://schemas.openxmlformats.org/officeDocument/2006/relationships/image" Target="/ppt/media/image5.png" Id="R790e55c4205847ba" /><Relationship Type="http://schemas.openxmlformats.org/officeDocument/2006/relationships/notesSlide" Target="/ppt/notesSlides/notesSlide4.xml" Id="R61fc1e52b26b44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abf5b12c84cde" /><Relationship Type="http://schemas.openxmlformats.org/officeDocument/2006/relationships/image" Target="/ppt/media/image6.png" Id="Rf4ecc47dd20b4e50" /><Relationship Type="http://schemas.openxmlformats.org/officeDocument/2006/relationships/notesSlide" Target="/ppt/notesSlides/notesSlide5.xml" Id="Rbd89e29d78c240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d66258fa048d4" /><Relationship Type="http://schemas.openxmlformats.org/officeDocument/2006/relationships/image" Target="/ppt/media/image7.png" Id="Rd074764b15344095" /><Relationship Type="http://schemas.openxmlformats.org/officeDocument/2006/relationships/notesSlide" Target="/ppt/notesSlides/notesSlide6.xml" Id="Rfd28e57974a446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af9de8f2a46d8" /><Relationship Type="http://schemas.openxmlformats.org/officeDocument/2006/relationships/image" Target="/ppt/media/image8.png" Id="R0b846209aeab4828" /><Relationship Type="http://schemas.openxmlformats.org/officeDocument/2006/relationships/notesSlide" Target="/ppt/notesSlides/notesSlide7.xml" Id="Rd55604e38b2c43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0b04ace83493f" /><Relationship Type="http://schemas.openxmlformats.org/officeDocument/2006/relationships/image" Target="/ppt/media/image9.png" Id="R35fabad2eaaf4ffb" /><Relationship Type="http://schemas.openxmlformats.org/officeDocument/2006/relationships/notesSlide" Target="/ppt/notesSlides/notesSlide8.xml" Id="R34ba81bf8d3342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922ae50a94db6" /><Relationship Type="http://schemas.openxmlformats.org/officeDocument/2006/relationships/image" Target="/ppt/media/image10.png" Id="R4e2af5db185744d3" /><Relationship Type="http://schemas.openxmlformats.org/officeDocument/2006/relationships/notesSlide" Target="/ppt/notesSlides/notesSlide9.xml" Id="R75d470058ca04b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d2c7fc84142e2" /><Relationship Type="http://schemas.openxmlformats.org/officeDocument/2006/relationships/image" Target="/ppt/media/image11.png" Id="Rfd5ad55805464a75" /><Relationship Type="http://schemas.openxmlformats.org/officeDocument/2006/relationships/notesSlide" Target="/ppt/notesSlides/notesSlide10.xml" Id="R8d73f17c30db4b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17326-2BCC-450E-BD32-6B09DC4A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07D95-4264-4886-8233-BDDB13AB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Equations from Quantities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3800856b14a52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949C2-FF43-4A69-B1B0-2F161195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40BAE-553E-457E-9D36-98CBE2D8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d1927339f439b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1EBF1-CF31-4ECC-8FBF-A82F06EE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7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NC.7.EE.4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B42BB-D682-4947-B3EA-C5D10AEC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Model and solve multi-step equations.</a:t>
            </a:r>
          </a:p>
        </p:txBody>
      </p:sp>
    </p:spTree>
    <p:extLst>
      <p:ext uri="{BB962C8B-B14F-4D97-AF65-F5344CB8AC3E}">
        <p14:creationId xmlns:p14="http://schemas.microsoft.com/office/powerpoint/2010/main" val="15495615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64937-82C4-4109-BC07-00B0BC7A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18508-91BB-46DC-95FA-0DB31C5D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4bd6d55ad4e8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514DD-A140-4C0B-9FA0-FC24380A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8C294-B8D8-4519-B683-DD29ADBB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33718-30BB-4538-A572-48D98064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7246556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E0318-D929-4399-BF0F-377FABE4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31C8C-B297-4606-8100-31E9D76C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d2369449d4b4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7F546-A361-41CF-9206-8FA4D4E5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088E4-7726-4B12-841D-39F46CD0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55748-BFD1-435F-8908-9B2BEDD0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school garden pays a $2 setup fee plus $4 for each kit. The total is $78. Write and solve an equation for the number of kits.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2C83C-88B1-43FD-9414-8BE4C963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Let x count kits. 4x + 2 = 78; 4x = 76; x = 19. Check: 4(19) + 2 = 78.</a:t>
            </a:r>
          </a:p>
        </p:txBody>
      </p:sp>
    </p:spTree>
    <p:extLst>
      <p:ext uri="{BB962C8B-B14F-4D97-AF65-F5344CB8AC3E}">
        <p14:creationId xmlns:p14="http://schemas.microsoft.com/office/powerpoint/2010/main" val="21439529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43607-9850-4318-859C-2B7B1DF8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42A6F-ED67-491E-9590-7180CA4E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e55c4205847b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1B927-73DB-4C22-9E38-B8A4C689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1BB0B-9709-4EE3-B92E-B95C99D0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4A277-CC51-4E9C-B15D-1040EDA2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reading group pays a $5 setup fee plus $2 for each kit. The total is $27. Write and solve an equation for the number of kits.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64F8E-1A0B-4841-BE96-0D7A5BC5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14254389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D492D-CB98-4301-A360-E2784B61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5A544-1401-4961-8EDE-A41F2EC5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cc47dd20b4e5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9B0A4-9045-4F59-AC33-AAD416E6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03D39-91AB-4985-B42E-7D01AB71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21652-7C85-41C4-AA91-F4847F73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reading group pays a $6 setup fee plus $6 for each kit. The total is $84. Write and solve an equation for the number of kits.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88EE-BF96-441C-8EDB-39AC894E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249840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344D9-E547-41C0-A93A-BF0591CF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AF1A5-4CB3-428D-BB39-B5C8583C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4764b1534409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1EF2E-D1E8-4E08-8CB5-4303B0FC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F0B2E-7187-4B09-95E5-94C278A1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CE567-4406-4224-8B24-24BDC7D3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library team pays a $3 setup fee plus $6 for each kit. The total is $39. Write and solve an equation for the number of kits.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4E492-35CB-4BF3-A611-BCDFAB61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8407566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4A132-A428-48A5-BE24-141FE424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E25A2-D6DB-4C09-B489-B6FD32BD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46209aeab4828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CBC39-47A9-4429-B93F-F9379729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3B1C2-A25B-48EE-9290-1CAF1E06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C8416-9DC7-485E-90E1-C9281E28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design team pays a $8 setup fee plus $4 for each kit. The total is $84. Write and solve an equation for the number of kits.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BA532-C695-44EA-A417-AD429A6C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5168805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02FC1-6742-4554-9652-8BCF90DF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947C8-0418-40D6-94D8-BC954E1C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abad2eaaf4ff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0BC15-03AE-48CB-8D76-ADFF2C15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A86F5-5649-4654-A1BA-82135FE0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95877-3E4A-4962-97D0-AA4C0FE2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community center pays a $5 setup fee plus $8 for each kit. The total is $125. Write and solve an equation for the number of kits.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49DAD-D97B-4431-8063-8D2F6488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5792582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D9E36-6D8A-44A2-8936-F835E1B5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9D61C-C350-4FE5-A95A-8B721C94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af5db185744d3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2E9EF-C08A-4210-B5D1-5B2987C8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945A9-6A74-45B0-8AD8-CF2345BC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2AD99-9608-40EE-B58E-A2741610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science club pays a $2 setup fee plus $4 for each kit. The total is $14. Write and solve an equation for the number of kits.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8DBE2-78C5-4042-9DFE-97282DFC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7390511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363AC-7AFF-4940-9215-4B3D2379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0C636-31E3-4DB1-8A89-4E02DB07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ad55805464a7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5126E-CD8B-403C-B507-8D72D680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0A70F-1D37-40D0-BCF5-B316340B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8B4DC-FC2E-4BEC-A6BD-6EB6E3FD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13 kits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6 kits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19 kits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15 kits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CC99F-A808-40E4-B62A-98B291A4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3 kits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276314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2026-09-15T01:32:31.7710000Z</dcterms:created>
  <dcterms:modified xsi:type="dcterms:W3CDTF">2026-09-15T01:32:31.7710000Z</dcterms:modified>
</coreProperties>
</file>