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484e86c7894fc0" /><Relationship Type="http://schemas.openxmlformats.org/officeDocument/2006/relationships/extended-properties" Target="/docProps/app.xml" Id="R8395b80b42ef427b" /><Relationship Type="http://schemas.openxmlformats.org/officeDocument/2006/relationships/officeDocument" Target="/ppt/presentation.xml" Id="Re80a447e171b41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8deb581acc4872"/>
  </p:sldMasterIdLst>
  <p:notesMasterIdLst>
    <p:notesMasterId xmlns:r="http://schemas.openxmlformats.org/officeDocument/2006/relationships" r:id="Re660adb851b54f3d"/>
  </p:notesMasterIdLst>
  <p:sldIdLst>
    <p:sldId xmlns:r="http://schemas.openxmlformats.org/officeDocument/2006/relationships" id="256" r:id="R91d569e8751d4c0e"/>
    <p:sldId xmlns:r="http://schemas.openxmlformats.org/officeDocument/2006/relationships" id="257" r:id="R551ab46e828b4fc7"/>
    <p:sldId xmlns:r="http://schemas.openxmlformats.org/officeDocument/2006/relationships" id="258" r:id="R90b3c9c61e014bee"/>
    <p:sldId xmlns:r="http://schemas.openxmlformats.org/officeDocument/2006/relationships" id="259" r:id="R3e2a53e7728f4fb3"/>
    <p:sldId xmlns:r="http://schemas.openxmlformats.org/officeDocument/2006/relationships" id="260" r:id="R7ec07dee79164e63"/>
    <p:sldId xmlns:r="http://schemas.openxmlformats.org/officeDocument/2006/relationships" id="261" r:id="R0925e723edaa482e"/>
    <p:sldId xmlns:r="http://schemas.openxmlformats.org/officeDocument/2006/relationships" id="262" r:id="R67f2b225f04d47bc"/>
    <p:sldId xmlns:r="http://schemas.openxmlformats.org/officeDocument/2006/relationships" id="263" r:id="R16dbf8f0b80f4167"/>
    <p:sldId xmlns:r="http://schemas.openxmlformats.org/officeDocument/2006/relationships" id="264" r:id="Rda2128c263c74a0d"/>
    <p:sldId xmlns:r="http://schemas.openxmlformats.org/officeDocument/2006/relationships" id="265" r:id="R167db05823c54b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10c1532e7249e7" /><Relationship Type="http://schemas.openxmlformats.org/officeDocument/2006/relationships/slideMaster" Target="/ppt/slideMasters/slideMaster1.xml" Id="R4f8deb581acc4872" /><Relationship Type="http://schemas.openxmlformats.org/officeDocument/2006/relationships/notesMaster" Target="/ppt/notesMasters/notesMaster1.xml" Id="Re660adb851b54f3d" /><Relationship Type="http://schemas.openxmlformats.org/officeDocument/2006/relationships/presProps" Target="/ppt/presProps.xml" Id="R9232de4a3c994c57" /><Relationship Type="http://schemas.openxmlformats.org/officeDocument/2006/relationships/tableStyles" Target="/ppt/tableStyles.xml" Id="R3b16fbcabebb4220" /><Relationship Type="http://schemas.openxmlformats.org/officeDocument/2006/relationships/slide" Target="/ppt/slides/slide1.xml" Id="R91d569e8751d4c0e" /><Relationship Type="http://schemas.openxmlformats.org/officeDocument/2006/relationships/slide" Target="/ppt/slides/slide2.xml" Id="R551ab46e828b4fc7" /><Relationship Type="http://schemas.openxmlformats.org/officeDocument/2006/relationships/slide" Target="/ppt/slides/slide3.xml" Id="R90b3c9c61e014bee" /><Relationship Type="http://schemas.openxmlformats.org/officeDocument/2006/relationships/slide" Target="/ppt/slides/slide4.xml" Id="R3e2a53e7728f4fb3" /><Relationship Type="http://schemas.openxmlformats.org/officeDocument/2006/relationships/slide" Target="/ppt/slides/slide5.xml" Id="R7ec07dee79164e63" /><Relationship Type="http://schemas.openxmlformats.org/officeDocument/2006/relationships/slide" Target="/ppt/slides/slide6.xml" Id="R0925e723edaa482e" /><Relationship Type="http://schemas.openxmlformats.org/officeDocument/2006/relationships/slide" Target="/ppt/slides/slide7.xml" Id="R67f2b225f04d47bc" /><Relationship Type="http://schemas.openxmlformats.org/officeDocument/2006/relationships/slide" Target="/ppt/slides/slide8.xml" Id="R16dbf8f0b80f4167" /><Relationship Type="http://schemas.openxmlformats.org/officeDocument/2006/relationships/slide" Target="/ppt/slides/slide9.xml" Id="Rda2128c263c74a0d" /><Relationship Type="http://schemas.openxmlformats.org/officeDocument/2006/relationships/slide" Target="/ppt/slides/slide10.xml" Id="R167db05823c54b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4b094d755740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d42fce99494241" /><Relationship Type="http://schemas.openxmlformats.org/officeDocument/2006/relationships/notesMaster" Target="/ppt/notesMasters/notesMaster1.xml" Id="R65a03b69a2b440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1bdc7226f24d75" /><Relationship Type="http://schemas.openxmlformats.org/officeDocument/2006/relationships/notesMaster" Target="/ppt/notesMasters/notesMaster1.xml" Id="R19005531aaad4f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47ea2e1c09480c" /><Relationship Type="http://schemas.openxmlformats.org/officeDocument/2006/relationships/notesMaster" Target="/ppt/notesMasters/notesMaster1.xml" Id="R5f842e0c52ee4a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c4e4b5805f4eff" /><Relationship Type="http://schemas.openxmlformats.org/officeDocument/2006/relationships/notesMaster" Target="/ppt/notesMasters/notesMaster1.xml" Id="Rc6665788128f48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bf2ff32d1a4cb9" /><Relationship Type="http://schemas.openxmlformats.org/officeDocument/2006/relationships/notesMaster" Target="/ppt/notesMasters/notesMaster1.xml" Id="R25cb1071252a48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90608e5b07474c" /><Relationship Type="http://schemas.openxmlformats.org/officeDocument/2006/relationships/notesMaster" Target="/ppt/notesMasters/notesMaster1.xml" Id="R985189736e734d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cd2a1eb31a4bac" /><Relationship Type="http://schemas.openxmlformats.org/officeDocument/2006/relationships/notesMaster" Target="/ppt/notesMasters/notesMaster1.xml" Id="Rb202f162b2ee41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a4c1643fa8465d" /><Relationship Type="http://schemas.openxmlformats.org/officeDocument/2006/relationships/notesMaster" Target="/ppt/notesMasters/notesMaster1.xml" Id="R846258da3a8b4a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0b6f8f0978419b" /><Relationship Type="http://schemas.openxmlformats.org/officeDocument/2006/relationships/notesMaster" Target="/ppt/notesMasters/notesMaster1.xml" Id="Rc64e14ba382e41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a489809514413e" /><Relationship Type="http://schemas.openxmlformats.org/officeDocument/2006/relationships/notesMaster" Target="/ppt/notesMasters/notesMaster1.xml" Id="R34222338cb694a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focused mini-lesson. Use with the complete teaching-bundle PDF. Objective: Use unit rates and equivalent ratios. Standard: NC.6.RP.3. Official source accessed September 15, 2026: https://www.dpi.nc.gov/documents/publications/catalog/ma196-vertical-progression-math/open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simpler prior-knowledge example. Use counters, diagrams, home-language rehearsal, or documented supports. Read the full teacher guide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Find the amount per one unit. Multiply both quantities by the same scale factor and label units.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answer: Unit rate: 4 ÷ 2 = 2 labels/kit. Table pairs: (1,2), (2,4), (12,24). Ask students to connect the model with symbols before revealing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Unit rate: 16 ÷ 8 = 2 labels/kit. Table pairs: (1,2), (8,16), (10,20).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Unit rate: 35 ÷ 7 = 5 labels/kit. Table pairs: (1,5), (7,35), (11,55).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Unit rate: 20 ÷ 5 = 4 labels/kit. Table pairs: (1,4), (5,20), (11,44).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Unit rate: 63 ÷ 9 = 7 labels/kit. Table pairs: (1,7), (9,63), (9,63).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Unit rate: 48 ÷ 8 = 6 labels/kit. Table pairs: (1,6), (8,48), (9,54). Score 2 for correct result with coherent reasoning, 1 for a correct method with a minor error or an unexplained correct result, 0 for unsupported reasoning. This is a local instructional rubric, not a standardized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Unit rate: 16 ÷ 8 = 2 labels/kit. Table pairs: (1,2), (8,16), (10,20).</a:t>
            </a:r>
          </a:p>
          <a:p xmlns:a="http://schemas.openxmlformats.org/drawingml/2006/main">
            <a:r>
              <a:t>2. Unit rate: 35 ÷ 7 = 5 labels/kit. Table pairs: (1,5), (7,35), (11,55).</a:t>
            </a:r>
          </a:p>
          <a:p xmlns:a="http://schemas.openxmlformats.org/drawingml/2006/main">
            <a:r>
              <a:t>3. Unit rate: 20 ÷ 5 = 4 labels/kit. Table pairs: (1,4), (5,20), (11,44).</a:t>
            </a:r>
          </a:p>
          <a:p xmlns:a="http://schemas.openxmlformats.org/drawingml/2006/main">
            <a:r>
              <a:t>4. Unit rate: 63 ÷ 9 = 7 labels/kit. Table pairs: (1,7), (9,63), (9,63).</a:t>
            </a:r>
          </a:p>
          <a:p xmlns:a="http://schemas.openxmlformats.org/drawingml/2006/main">
            <a:r>
              <a:t>Exit: Unit rate: 48 ÷ 8 = 6 labels/kit. Table pairs: (1,6), (8,48), (9,54).</a:t>
            </a:r>
          </a:p>
          <a:p xmlns:a="http://schemas.openxmlformats.org/drawingml/2006/main">
            <a:r>
              <a:t>AIG: second methods and counterexamples. 504: follow documented pacing and format supports. EC: model a step and provide concrete representations in line with the IEP. ESL: preview vocabulary and use partner or home-language rehearsal. Single-teacher classroom license. No public redistribution.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03846e1aac48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c82609580e40c5" /><Relationship Type="http://schemas.openxmlformats.org/officeDocument/2006/relationships/slideLayout" Target="/ppt/slideLayouts/slideLayout1.xml" Id="Rcbaa53b9e29f4e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aa53b9e29f4e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1225ad973424e" /><Relationship Type="http://schemas.openxmlformats.org/officeDocument/2006/relationships/image" Target="/ppt/media/image.png" Id="R1ad6dae8ee4d494b" /><Relationship Type="http://schemas.openxmlformats.org/officeDocument/2006/relationships/image" Target="/ppt/media/image2.png" Id="Raee1f829d7fd4dcb" /><Relationship Type="http://schemas.openxmlformats.org/officeDocument/2006/relationships/notesSlide" Target="/ppt/notesSlides/notesSlide1.xml" Id="R3b5260898ec041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c4c02424746c7" /><Relationship Type="http://schemas.openxmlformats.org/officeDocument/2006/relationships/image" Target="/ppt/media/image3.png" Id="R01f65be48a424923" /><Relationship Type="http://schemas.openxmlformats.org/officeDocument/2006/relationships/notesSlide" Target="/ppt/notesSlides/notesSlide2.xml" Id="Ra5b9fd33dc7144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3ace387ce4433" /><Relationship Type="http://schemas.openxmlformats.org/officeDocument/2006/relationships/image" Target="/ppt/media/image4.png" Id="Re6ecd37b61cb4a87" /><Relationship Type="http://schemas.openxmlformats.org/officeDocument/2006/relationships/notesSlide" Target="/ppt/notesSlides/notesSlide3.xml" Id="R8f07f9986a9645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dd712ec4a4e5f" /><Relationship Type="http://schemas.openxmlformats.org/officeDocument/2006/relationships/image" Target="/ppt/media/image5.png" Id="R3e2f0be748a94009" /><Relationship Type="http://schemas.openxmlformats.org/officeDocument/2006/relationships/notesSlide" Target="/ppt/notesSlides/notesSlide4.xml" Id="R8f42153e48d040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09648375e45be" /><Relationship Type="http://schemas.openxmlformats.org/officeDocument/2006/relationships/image" Target="/ppt/media/image6.png" Id="Re41b1a7af6e54fab" /><Relationship Type="http://schemas.openxmlformats.org/officeDocument/2006/relationships/notesSlide" Target="/ppt/notesSlides/notesSlide5.xml" Id="R16e4e8148c354c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ff6f6639e47ba" /><Relationship Type="http://schemas.openxmlformats.org/officeDocument/2006/relationships/image" Target="/ppt/media/image7.png" Id="R5a5be7794d924858" /><Relationship Type="http://schemas.openxmlformats.org/officeDocument/2006/relationships/notesSlide" Target="/ppt/notesSlides/notesSlide6.xml" Id="R40cd9bf0d3844a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350d887324e23" /><Relationship Type="http://schemas.openxmlformats.org/officeDocument/2006/relationships/image" Target="/ppt/media/image8.png" Id="R4f3592dea21847a5" /><Relationship Type="http://schemas.openxmlformats.org/officeDocument/2006/relationships/notesSlide" Target="/ppt/notesSlides/notesSlide7.xml" Id="R8768b905955442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4bfcaccb146c2" /><Relationship Type="http://schemas.openxmlformats.org/officeDocument/2006/relationships/image" Target="/ppt/media/image9.png" Id="R46f893b01e44481c" /><Relationship Type="http://schemas.openxmlformats.org/officeDocument/2006/relationships/notesSlide" Target="/ppt/notesSlides/notesSlide8.xml" Id="R7f8f9d3600da4f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bff0b678c4298" /><Relationship Type="http://schemas.openxmlformats.org/officeDocument/2006/relationships/image" Target="/ppt/media/image10.png" Id="R6c3aaf38c8c24dd6" /><Relationship Type="http://schemas.openxmlformats.org/officeDocument/2006/relationships/notesSlide" Target="/ppt/notesSlides/notesSlide9.xml" Id="R66195c2cc2ea49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7e30604ed4c55" /><Relationship Type="http://schemas.openxmlformats.org/officeDocument/2006/relationships/image" Target="/ppt/media/image11.png" Id="R892fb3c814784acb" /><Relationship Type="http://schemas.openxmlformats.org/officeDocument/2006/relationships/notesSlide" Target="/ppt/notesSlides/notesSlide10.xml" Id="R1616e738cc2c45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AF321-D241-4BBC-9F01-367809B3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SAINT PIERRE LEARNING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BED6B-8524-4E07-B17F-0A27B3F1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Ratio Tables That Tell a Story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6dae8ee4d494b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493C9-5DBF-4034-9FED-55EEB1D3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74D26-7846-4D90-82C4-66BB3A1A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1f829d7fd4dcb"/>
          <a:stretch xmlns:a="http://schemas.openxmlformats.org/drawingml/2006/main"/>
        </p:blipFill>
        <p:spPr>
          <a:xfrm xmlns:a="http://schemas.openxmlformats.org/drawingml/2006/main">
            <a:off x="571500" y="24479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52579-9931-42F1-B866-80446D9C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Grade 6 • Mathematics</a:t>
            </a:r>
          </a:p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NC.6.RP.3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F5E57-52C1-44D4-BBB6-C191CB91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7953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unit rates and equivalent ratios.</a:t>
            </a:r>
          </a:p>
        </p:txBody>
      </p:sp>
    </p:spTree>
    <p:extLst>
      <p:ext uri="{BB962C8B-B14F-4D97-AF65-F5344CB8AC3E}">
        <p14:creationId xmlns:p14="http://schemas.microsoft.com/office/powerpoint/2010/main" val="10507138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172D1-0369-4649-BCD7-105A1FF4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7EA74-6554-4B9A-AA97-C12023D8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What will a strong explanation show?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65be48a424923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4C880-F165-42F3-B8B1-22FBCADE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A34CF-8060-4F74-AC6E-5E2DDFF2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38E7D-9BBE-4F74-86F2-BEBE9E7D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 model or equation that fits the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Accurate calculation with appropriate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A check that makes the answer reasonable.</a:t>
            </a:r>
          </a:p>
        </p:txBody>
      </p:sp>
    </p:spTree>
    <p:extLst>
      <p:ext uri="{BB962C8B-B14F-4D97-AF65-F5344CB8AC3E}">
        <p14:creationId xmlns:p14="http://schemas.microsoft.com/office/powerpoint/2010/main" val="11507674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88254-E60C-4DFA-AF9F-E216DF69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36F58-A446-4E0C-9B8C-9292B98E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Watch the reasoning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cd37b61cb4a87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BBA8F-012B-48A9-BFDD-68EC5918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751F6-F7AA-4A47-9ECC-95960238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F7FE7-6170-4CD2-AC1D-9A59BFC9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science club uses 15 labels for 3 equal kits. At the same rate, how many labels are needed for 11 kits? Make a ratio table including one kit.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61DF8-75F3-4C16-8FB2-97726816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Unit rate: 15 ÷ 3 = 5 labels/kit. Table pairs: (1,5), (3,15), (11,55).</a:t>
            </a:r>
          </a:p>
        </p:txBody>
      </p:sp>
    </p:spTree>
    <p:extLst>
      <p:ext uri="{BB962C8B-B14F-4D97-AF65-F5344CB8AC3E}">
        <p14:creationId xmlns:p14="http://schemas.microsoft.com/office/powerpoint/2010/main" val="10066740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78BEE-C823-4D25-9677-EE2AC07F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8830C-5E04-4F2E-AEE2-78B2AC6D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second model together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2f0be748a94009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78B2C-8136-406E-87D5-DC158C9A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5378C-AF0D-4624-B3E5-101260C6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238A1-E9B7-4596-9DD0-EB9D0F78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design team uses 4 labels for 2 equal kits. At the same rate, how many labels are needed for 12 kits? Make a ratio table including one kit.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B9B44-AF31-4389-8296-B35CE671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Discuss: What should the first step find?</a:t>
            </a:r>
          </a:p>
        </p:txBody>
      </p:sp>
    </p:spTree>
    <p:extLst>
      <p:ext uri="{BB962C8B-B14F-4D97-AF65-F5344CB8AC3E}">
        <p14:creationId xmlns:p14="http://schemas.microsoft.com/office/powerpoint/2010/main" val="9854746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292F6-A3FC-4B0A-8934-C1C9CDB3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593B2-E2CD-45B7-BE8C-A0BC3E31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b1a7af6e54fab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D46BB-115A-4647-966A-0B45B8BC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A3535-5746-4258-8694-486EE6B7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5F084-93AF-4AB6-B72D-A0F9A5F7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reading group uses 16 labels for 8 equal kits. At the same rate, how many labels are needed for 10 kits? Make a ratio table including one kit.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CB153-CB75-49ED-AE1B-90FEA7E6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3840667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EDAC0-9299-413B-9726-80436577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1014B-0993-47E1-90D6-89059151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be7794d924858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F4351-FB29-49A0-B7F1-1408FA34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F1602-155F-4631-8567-48B6CE9D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9CA57-E92A-45BA-A614-331D2294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music club uses 35 labels for 7 equal kits. At the same rate, how many labels are needed for 11 kits? Make a ratio table including one kit.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AECFA-C279-408A-8359-92615F2C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9511853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61CE9-4414-48AC-9CD5-3AAE6F57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E493B-2D58-4AF2-895E-F2BEC9DA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592dea21847a5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3A757-9134-4498-8D20-4A248B68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C4CA5-B968-49FE-861D-02DE387D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F3717-DDE5-430D-8A7E-260ED56B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science club uses 20 labels for 5 equal kits. At the same rate, how many labels are needed for 11 kits? Make a ratio table including one kit.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DE3AE-F2AD-4EB7-A945-C384ADF8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5871476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DC060-03E1-4529-925F-2F11D20B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93AEA-FE02-407B-9763-1CBC2902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893b01e44481c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6B0E2-A582-41AC-8876-EDC8E0DB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2386C-A713-4546-9DD1-C99DB411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EFFC3-63C9-4899-87EE-169787E0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music club uses 63 labels for 9 equal kits. At the same rate, how many labels are needed for 9 kits? Make a ratio table including one kit.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D0D24-28FC-4B97-AAFE-93FE4D92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6669757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71FD0-BD69-4B31-B646-5964845F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120CD-ED36-4BA6-8F8A-6EF3ED3F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 question • Explain independently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3aaf38c8c24dd6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690AB-8AC8-47FB-8EB3-DF8B5AC2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1E039-06B9-44E0-B0B2-8926BF9B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42C6C-ADAC-414A-BCE7-EAB480F4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The design team uses 48 labels for 8 equal kits. At the same rate, how many labels are needed for 9 kits? Make a ratio table including one kit.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1B7D4-9AA0-4EA4-B81F-1FD2B86D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Include a check. What would you teach someone else?</a:t>
            </a:r>
          </a:p>
        </p:txBody>
      </p:sp>
    </p:spTree>
    <p:extLst>
      <p:ext uri="{BB962C8B-B14F-4D97-AF65-F5344CB8AC3E}">
        <p14:creationId xmlns:p14="http://schemas.microsoft.com/office/powerpoint/2010/main" val="1228691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C5D24-AB48-421B-ADCC-0364CE2B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TEACHER KEY • HIDE DURING INDEPENDENT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21B19-B59B-4639-8C95-215BF405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Teacher review and next steps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fb3c814784acb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A7B1E-DA4A-4E43-A89A-A13A7E9F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60EFB-F4E0-43AA-B3EE-1E5F4939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FBC9A-DBB7-497C-992C-75D01DCE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20 labels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55 labels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44 labels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4. 63 labels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8C4D3-F5C6-459C-B771-6C214FDD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Exit: 54 labels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worked PDF key and slide notes to discuss methods. Revisit the earliest unclear step before adding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12406178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2026-09-15T01:32:16.1570000Z</dcterms:created>
  <dcterms:modified xsi:type="dcterms:W3CDTF">2026-09-15T01:32:16.1570000Z</dcterms:modified>
</coreProperties>
</file>