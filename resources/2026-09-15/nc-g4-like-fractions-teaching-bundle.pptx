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80b154974540f3" /><Relationship Type="http://schemas.openxmlformats.org/officeDocument/2006/relationships/extended-properties" Target="/docProps/app.xml" Id="Rd345aee3c1444a28" /><Relationship Type="http://schemas.openxmlformats.org/officeDocument/2006/relationships/officeDocument" Target="/ppt/presentation.xml" Id="R1cf58e1c2ac249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de2fd012314287"/>
  </p:sldMasterIdLst>
  <p:notesMasterIdLst>
    <p:notesMasterId xmlns:r="http://schemas.openxmlformats.org/officeDocument/2006/relationships" r:id="R76a762c6b4b84a95"/>
  </p:notesMasterIdLst>
  <p:sldIdLst>
    <p:sldId xmlns:r="http://schemas.openxmlformats.org/officeDocument/2006/relationships" id="256" r:id="Rcf26c54d40684c11"/>
    <p:sldId xmlns:r="http://schemas.openxmlformats.org/officeDocument/2006/relationships" id="257" r:id="Rebef620b55ee4b2c"/>
    <p:sldId xmlns:r="http://schemas.openxmlformats.org/officeDocument/2006/relationships" id="258" r:id="R29b35b8927b9414c"/>
    <p:sldId xmlns:r="http://schemas.openxmlformats.org/officeDocument/2006/relationships" id="259" r:id="R853523982e204db5"/>
    <p:sldId xmlns:r="http://schemas.openxmlformats.org/officeDocument/2006/relationships" id="260" r:id="R2f7a1ada23f44851"/>
    <p:sldId xmlns:r="http://schemas.openxmlformats.org/officeDocument/2006/relationships" id="261" r:id="Re72eac5045be4795"/>
    <p:sldId xmlns:r="http://schemas.openxmlformats.org/officeDocument/2006/relationships" id="262" r:id="R79de0ae6a2c94878"/>
    <p:sldId xmlns:r="http://schemas.openxmlformats.org/officeDocument/2006/relationships" id="263" r:id="Re2b3bdd6984e4cbc"/>
    <p:sldId xmlns:r="http://schemas.openxmlformats.org/officeDocument/2006/relationships" id="264" r:id="R5ea72f99a56249a7"/>
    <p:sldId xmlns:r="http://schemas.openxmlformats.org/officeDocument/2006/relationships" id="265" r:id="Rb794fb6a7cc64e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41d66140d94178" /><Relationship Type="http://schemas.openxmlformats.org/officeDocument/2006/relationships/slideMaster" Target="/ppt/slideMasters/slideMaster1.xml" Id="R3ade2fd012314287" /><Relationship Type="http://schemas.openxmlformats.org/officeDocument/2006/relationships/notesMaster" Target="/ppt/notesMasters/notesMaster1.xml" Id="R76a762c6b4b84a95" /><Relationship Type="http://schemas.openxmlformats.org/officeDocument/2006/relationships/presProps" Target="/ppt/presProps.xml" Id="R0103a24e6ffa4c66" /><Relationship Type="http://schemas.openxmlformats.org/officeDocument/2006/relationships/tableStyles" Target="/ppt/tableStyles.xml" Id="Rcdb5bbf910a548d8" /><Relationship Type="http://schemas.openxmlformats.org/officeDocument/2006/relationships/slide" Target="/ppt/slides/slide1.xml" Id="Rcf26c54d40684c11" /><Relationship Type="http://schemas.openxmlformats.org/officeDocument/2006/relationships/slide" Target="/ppt/slides/slide2.xml" Id="Rebef620b55ee4b2c" /><Relationship Type="http://schemas.openxmlformats.org/officeDocument/2006/relationships/slide" Target="/ppt/slides/slide3.xml" Id="R29b35b8927b9414c" /><Relationship Type="http://schemas.openxmlformats.org/officeDocument/2006/relationships/slide" Target="/ppt/slides/slide4.xml" Id="R853523982e204db5" /><Relationship Type="http://schemas.openxmlformats.org/officeDocument/2006/relationships/slide" Target="/ppt/slides/slide5.xml" Id="R2f7a1ada23f44851" /><Relationship Type="http://schemas.openxmlformats.org/officeDocument/2006/relationships/slide" Target="/ppt/slides/slide6.xml" Id="Re72eac5045be4795" /><Relationship Type="http://schemas.openxmlformats.org/officeDocument/2006/relationships/slide" Target="/ppt/slides/slide7.xml" Id="R79de0ae6a2c94878" /><Relationship Type="http://schemas.openxmlformats.org/officeDocument/2006/relationships/slide" Target="/ppt/slides/slide8.xml" Id="Re2b3bdd6984e4cbc" /><Relationship Type="http://schemas.openxmlformats.org/officeDocument/2006/relationships/slide" Target="/ppt/slides/slide9.xml" Id="R5ea72f99a56249a7" /><Relationship Type="http://schemas.openxmlformats.org/officeDocument/2006/relationships/slide" Target="/ppt/slides/slide10.xml" Id="Rb794fb6a7cc64e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840150a75c48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19b87eba6c4e75" /><Relationship Type="http://schemas.openxmlformats.org/officeDocument/2006/relationships/notesMaster" Target="/ppt/notesMasters/notesMaster1.xml" Id="R65c82a3e544542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267301e49145b0" /><Relationship Type="http://schemas.openxmlformats.org/officeDocument/2006/relationships/notesMaster" Target="/ppt/notesMasters/notesMaster1.xml" Id="R28fcb71bba9042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8500320a10414e" /><Relationship Type="http://schemas.openxmlformats.org/officeDocument/2006/relationships/notesMaster" Target="/ppt/notesMasters/notesMaster1.xml" Id="R08963d1bdd7445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366eb0ce1b4d2f" /><Relationship Type="http://schemas.openxmlformats.org/officeDocument/2006/relationships/notesMaster" Target="/ppt/notesMasters/notesMaster1.xml" Id="R41ccfcd5965248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540fc794f54d75" /><Relationship Type="http://schemas.openxmlformats.org/officeDocument/2006/relationships/notesMaster" Target="/ppt/notesMasters/notesMaster1.xml" Id="Rc0beafda1f5e41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8c6f923ffb4671" /><Relationship Type="http://schemas.openxmlformats.org/officeDocument/2006/relationships/notesMaster" Target="/ppt/notesMasters/notesMaster1.xml" Id="R7c7f047096bd47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df8e019c234ee3" /><Relationship Type="http://schemas.openxmlformats.org/officeDocument/2006/relationships/notesMaster" Target="/ppt/notesMasters/notesMaster1.xml" Id="R4724289ae5fe48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7ac23677334a10" /><Relationship Type="http://schemas.openxmlformats.org/officeDocument/2006/relationships/notesMaster" Target="/ppt/notesMasters/notesMaster1.xml" Id="Rdb12df2c5e4248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02f741ebdb40c2" /><Relationship Type="http://schemas.openxmlformats.org/officeDocument/2006/relationships/notesMaster" Target="/ppt/notesMasters/notesMaster1.xml" Id="R7c881eca9e1740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546ee388864205" /><Relationship Type="http://schemas.openxmlformats.org/officeDocument/2006/relationships/notesMaster" Target="/ppt/notesMasters/notesMaster1.xml" Id="R1a7c048bc41847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Add and subtract like-denominator fractions. Standard: NC.4.NF.3.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parts of the same size and the same whole. Join or remove parts, keeping the denominator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5/12 + 6/12 = 11/12 = 11/12. Only the number of parts changes; the size stays 1/12.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7/10 − 2/10 = 5/10 = 1/2. Only the number of parts changes; the size stays 1/10.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4/6 + 1/6 = 5/6 = 5/6. Only the number of parts changes; the size stays 1/6.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4/5 − 2/5 = 2/5 = 2/5. Only the number of parts changes; the size stays 1/5.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3/4 + 1/4 = 4/4 = 1. Only the number of parts changes; the size stays 1/4.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2/5 − 2/5 = 0/5 = 0. Only the number of parts changes; the size stays 1/5.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7/10 − 2/10 = 5/10 = 1/2. Only the number of parts changes; the size stays 1/10.</a:t>
            </a:r>
          </a:p>
          <a:p xmlns:a="http://schemas.openxmlformats.org/drawingml/2006/main">
            <a:r>
              <a:t>2. 4/6 + 1/6 = 5/6 = 5/6. Only the number of parts changes; the size stays 1/6.</a:t>
            </a:r>
          </a:p>
          <a:p xmlns:a="http://schemas.openxmlformats.org/drawingml/2006/main">
            <a:r>
              <a:t>3. 4/5 − 2/5 = 2/5 = 2/5. Only the number of parts changes; the size stays 1/5.</a:t>
            </a:r>
          </a:p>
          <a:p xmlns:a="http://schemas.openxmlformats.org/drawingml/2006/main">
            <a:r>
              <a:t>4. 3/4 + 1/4 = 4/4 = 1. Only the number of parts changes; the size stays 1/4.</a:t>
            </a:r>
          </a:p>
          <a:p xmlns:a="http://schemas.openxmlformats.org/drawingml/2006/main">
            <a:r>
              <a:t>Exit: 2/5 − 2/5 = 0/5 = 0. Only the number of parts changes; the size stays 1/5.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9f50539c34f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8db7b649404218" /><Relationship Type="http://schemas.openxmlformats.org/officeDocument/2006/relationships/slideLayout" Target="/ppt/slideLayouts/slideLayout1.xml" Id="Re5a581b96aa147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a581b96aa147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c3f392c834f93" /><Relationship Type="http://schemas.openxmlformats.org/officeDocument/2006/relationships/image" Target="/ppt/media/image.png" Id="R0c048d4b2c1949d1" /><Relationship Type="http://schemas.openxmlformats.org/officeDocument/2006/relationships/image" Target="/ppt/media/image2.png" Id="Ra782d4d696544929" /><Relationship Type="http://schemas.openxmlformats.org/officeDocument/2006/relationships/notesSlide" Target="/ppt/notesSlides/notesSlide1.xml" Id="R763e270afda347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9de3e59dd4636" /><Relationship Type="http://schemas.openxmlformats.org/officeDocument/2006/relationships/image" Target="/ppt/media/image3.png" Id="R889bef3fa5f1419c" /><Relationship Type="http://schemas.openxmlformats.org/officeDocument/2006/relationships/notesSlide" Target="/ppt/notesSlides/notesSlide2.xml" Id="Ra292dac918f240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34b731f70485e" /><Relationship Type="http://schemas.openxmlformats.org/officeDocument/2006/relationships/image" Target="/ppt/media/image4.png" Id="R31d8b32f1b794faa" /><Relationship Type="http://schemas.openxmlformats.org/officeDocument/2006/relationships/notesSlide" Target="/ppt/notesSlides/notesSlide3.xml" Id="R355ee888b85840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f091a4e59422d" /><Relationship Type="http://schemas.openxmlformats.org/officeDocument/2006/relationships/image" Target="/ppt/media/image5.png" Id="R02d4898bbb284cf9" /><Relationship Type="http://schemas.openxmlformats.org/officeDocument/2006/relationships/notesSlide" Target="/ppt/notesSlides/notesSlide4.xml" Id="R754c21ef74cc4f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17964c1e742e8" /><Relationship Type="http://schemas.openxmlformats.org/officeDocument/2006/relationships/image" Target="/ppt/media/image6.png" Id="Rc16f6f39232e4c0e" /><Relationship Type="http://schemas.openxmlformats.org/officeDocument/2006/relationships/notesSlide" Target="/ppt/notesSlides/notesSlide5.xml" Id="Re6dfe6c1cf4947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51bf0be734ced" /><Relationship Type="http://schemas.openxmlformats.org/officeDocument/2006/relationships/image" Target="/ppt/media/image7.png" Id="Rba5c32efb20049d3" /><Relationship Type="http://schemas.openxmlformats.org/officeDocument/2006/relationships/notesSlide" Target="/ppt/notesSlides/notesSlide6.xml" Id="R8333fe0f934942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a7d5e273c4b6b" /><Relationship Type="http://schemas.openxmlformats.org/officeDocument/2006/relationships/image" Target="/ppt/media/image8.png" Id="R289d1fd271b94a03" /><Relationship Type="http://schemas.openxmlformats.org/officeDocument/2006/relationships/notesSlide" Target="/ppt/notesSlides/notesSlide7.xml" Id="Rf7f970b27f404c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11cda097f454e" /><Relationship Type="http://schemas.openxmlformats.org/officeDocument/2006/relationships/image" Target="/ppt/media/image9.png" Id="Re1cda4e3147641d7" /><Relationship Type="http://schemas.openxmlformats.org/officeDocument/2006/relationships/notesSlide" Target="/ppt/notesSlides/notesSlide8.xml" Id="Rda1327d612de48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8727880894ec9" /><Relationship Type="http://schemas.openxmlformats.org/officeDocument/2006/relationships/image" Target="/ppt/media/image10.png" Id="R0f94b981181b495e" /><Relationship Type="http://schemas.openxmlformats.org/officeDocument/2006/relationships/notesSlide" Target="/ppt/notesSlides/notesSlide9.xml" Id="R83a04bcd70c340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068f9098f4cb0" /><Relationship Type="http://schemas.openxmlformats.org/officeDocument/2006/relationships/image" Target="/ppt/media/image11.png" Id="R0544b3be93f94741" /><Relationship Type="http://schemas.openxmlformats.org/officeDocument/2006/relationships/notesSlide" Target="/ppt/notesSlides/notesSlide10.xml" Id="R0fd5105287fe43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C68C3-638B-482C-9D9C-AF84950B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052F4-0837-4CCD-B24D-0A1697CC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Join and Separate Fraction Parts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48d4b2c1949d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71A9F-8556-46AE-A41E-B679F8F4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351DF-56F7-4620-8B22-51877ECA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2d4d696544929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36C1E-F2A2-45D5-8585-F6288650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4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NC.4.NF.3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3506E-C9AD-4742-8C8F-E1C6402E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Add and subtract like-denominator fractions.</a:t>
            </a:r>
          </a:p>
        </p:txBody>
      </p:sp>
    </p:spTree>
    <p:extLst>
      <p:ext uri="{BB962C8B-B14F-4D97-AF65-F5344CB8AC3E}">
        <p14:creationId xmlns:p14="http://schemas.microsoft.com/office/powerpoint/2010/main" val="16897027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F599D-9AEC-4B35-A368-3F3CDE21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2FC56-33E3-4270-9631-8CEC39C9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bef3fa5f1419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C3D9F-3166-4E92-814F-66A92F35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1F883-B15B-43AA-AEB5-62ED590E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DCB90-303E-4EB3-AC58-E49E5156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664601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1FCFB-2BF6-4CE9-A410-C97D11C8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A5FAD-3900-4A62-8E27-B5FEB800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8b32f1b794fa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15F57-BB5F-44C7-8BA2-69C668C1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D6F68-7902-4A82-B6EF-6B88289C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B1A3B-76E3-4519-A5DB-8A3FC43B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4/8 − 4/8. Use equal-sized parts of the same whole and draw a fraction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AF9CD-8A50-43A2-A811-A9F6D4C4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4/8 − 4/8 = 0/8 = 0. Only the number of parts changes; the size stays 1/8.</a:t>
            </a:r>
          </a:p>
        </p:txBody>
      </p:sp>
    </p:spTree>
    <p:extLst>
      <p:ext uri="{BB962C8B-B14F-4D97-AF65-F5344CB8AC3E}">
        <p14:creationId xmlns:p14="http://schemas.microsoft.com/office/powerpoint/2010/main" val="1681508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B86B7-7B09-41EF-95F8-97EFD394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6767C-F4BE-4980-A70F-900F8F69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4898bbb284cf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958B8-9AF0-4556-BED0-FB37981C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31A2B-C0A2-4C4E-8755-D2239B13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951AA-566D-4882-AE3E-058AD270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5/12 + 6/12. Use equal-sized parts of the same whole and draw a fraction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2F8CA-0B46-4D57-9DD7-FCA624A5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13819000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AEFE4-2D56-4A63-A78B-2F784827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93CBB-15D2-4D88-B93D-8A11F7B2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f6f39232e4c0e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B1363-4ABF-4103-9BD5-AFF64382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F07A7-A93B-4C0F-BAC3-D723D5F5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8086E-01DE-46C0-B661-049B4876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7/10 − 2/10. Use equal-sized parts of the same whole and draw a fraction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37C88-CA07-47F8-9D69-703B067B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6827994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002A5-F00E-4075-8050-260A7F59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2FD05-2889-4929-BB2B-B5BF5B65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c32efb20049d3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EFCAA-8022-411B-B5C6-1C37FC70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1F165-F944-48BA-92F0-845ABE36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4C4C6-A152-48A9-8970-6298A763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4/6 + 1/6. Use equal-sized parts of the same whole and draw a fraction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24AFB-6B39-42C6-8BD2-771ABF23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9369243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F0C4F-4E6D-4E4D-BCDB-CC335358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4A7EF-3542-4EB7-9B70-6D2E21E8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d1fd271b94a03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5DF61-4593-46A3-9574-C199C332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57629-A047-43EC-A936-1EA71B3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287A9-E4F8-414E-968C-E7F9129D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4/5 − 2/5. Use equal-sized parts of the same whole and draw a fraction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CA304-0792-48D7-B0D0-F920DA9B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9931545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FADD0-4F69-4363-9EB2-76155F35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70AED-5359-4265-9D2A-00028DC3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da4e3147641d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34981-6F0E-4F4F-9123-E83233BB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D20FD-322D-407F-80EB-0B2C50D4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4451B-5493-4F7B-91A3-6466D176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3/4 + 1/4. Use equal-sized parts of the same whole and draw a fraction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0C20F-77F3-41EB-8EA1-B19516FD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2185250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FE782-A614-463C-8BB7-65547858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FD5A3-8305-4B7C-A3F6-84FEEBF7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4b981181b495e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16FA2-8576-4AD9-9FFB-E54056CC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2A80F-143C-4DF3-82C5-5B463DD7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1E7F3-0D80-463C-829A-C243CA21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2/5 − 2/5. Use equal-sized parts of the same whole and draw a fraction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1909D-BE94-408B-8050-1B3F5373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83299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210D1-7A4C-4023-965C-CABA99A8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B715B-B4F9-481D-8ED2-B83E8F2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4b3be93f9474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41692-68A9-4F19-91D7-5908E6B1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E609E-35EC-4A67-A7AA-8AB32A76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823F0-C45F-4679-8321-D637A2FB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1/2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5/6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2/5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E7268-DFA8-473B-AAA8-F339D12D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1874626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2026-09-15T01:31:32.8570000Z</dcterms:created>
  <dcterms:modified xsi:type="dcterms:W3CDTF">2026-09-15T01:31:32.8570000Z</dcterms:modified>
</coreProperties>
</file>