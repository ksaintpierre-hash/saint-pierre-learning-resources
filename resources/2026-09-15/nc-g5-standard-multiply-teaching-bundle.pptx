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7194827db480e" /><Relationship Type="http://schemas.openxmlformats.org/officeDocument/2006/relationships/extended-properties" Target="/docProps/app.xml" Id="R7fc640744cd34228" /><Relationship Type="http://schemas.openxmlformats.org/officeDocument/2006/relationships/officeDocument" Target="/ppt/presentation.xml" Id="R314697b3b64c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f33bbe8bb48bc"/>
  </p:sldMasterIdLst>
  <p:notesMasterIdLst>
    <p:notesMasterId xmlns:r="http://schemas.openxmlformats.org/officeDocument/2006/relationships" r:id="Rc2379f010af9432b"/>
  </p:notesMasterIdLst>
  <p:sldIdLst>
    <p:sldId xmlns:r="http://schemas.openxmlformats.org/officeDocument/2006/relationships" id="256" r:id="Rf4295703faeb4f61"/>
    <p:sldId xmlns:r="http://schemas.openxmlformats.org/officeDocument/2006/relationships" id="257" r:id="Ra80db0bba1d04e84"/>
    <p:sldId xmlns:r="http://schemas.openxmlformats.org/officeDocument/2006/relationships" id="258" r:id="Rbebd55fcf54a4c3d"/>
    <p:sldId xmlns:r="http://schemas.openxmlformats.org/officeDocument/2006/relationships" id="259" r:id="R38b24f214ac14d91"/>
    <p:sldId xmlns:r="http://schemas.openxmlformats.org/officeDocument/2006/relationships" id="260" r:id="Ree44c918d5f24745"/>
    <p:sldId xmlns:r="http://schemas.openxmlformats.org/officeDocument/2006/relationships" id="261" r:id="R486f3945f6b148c7"/>
    <p:sldId xmlns:r="http://schemas.openxmlformats.org/officeDocument/2006/relationships" id="262" r:id="R68651429c34f49ad"/>
    <p:sldId xmlns:r="http://schemas.openxmlformats.org/officeDocument/2006/relationships" id="263" r:id="Re5634508b0304077"/>
    <p:sldId xmlns:r="http://schemas.openxmlformats.org/officeDocument/2006/relationships" id="264" r:id="R73cba09843ce477c"/>
    <p:sldId xmlns:r="http://schemas.openxmlformats.org/officeDocument/2006/relationships" id="265" r:id="R6a1eb71e51bc4e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6087a611c45d1" /><Relationship Type="http://schemas.openxmlformats.org/officeDocument/2006/relationships/slideMaster" Target="/ppt/slideMasters/slideMaster1.xml" Id="Rafdf33bbe8bb48bc" /><Relationship Type="http://schemas.openxmlformats.org/officeDocument/2006/relationships/notesMaster" Target="/ppt/notesMasters/notesMaster1.xml" Id="Rc2379f010af9432b" /><Relationship Type="http://schemas.openxmlformats.org/officeDocument/2006/relationships/presProps" Target="/ppt/presProps.xml" Id="Ra1ca8026b29d417f" /><Relationship Type="http://schemas.openxmlformats.org/officeDocument/2006/relationships/tableStyles" Target="/ppt/tableStyles.xml" Id="R4c9f486a12ca4c56" /><Relationship Type="http://schemas.openxmlformats.org/officeDocument/2006/relationships/slide" Target="/ppt/slides/slide1.xml" Id="Rf4295703faeb4f61" /><Relationship Type="http://schemas.openxmlformats.org/officeDocument/2006/relationships/slide" Target="/ppt/slides/slide2.xml" Id="Ra80db0bba1d04e84" /><Relationship Type="http://schemas.openxmlformats.org/officeDocument/2006/relationships/slide" Target="/ppt/slides/slide3.xml" Id="Rbebd55fcf54a4c3d" /><Relationship Type="http://schemas.openxmlformats.org/officeDocument/2006/relationships/slide" Target="/ppt/slides/slide4.xml" Id="R38b24f214ac14d91" /><Relationship Type="http://schemas.openxmlformats.org/officeDocument/2006/relationships/slide" Target="/ppt/slides/slide5.xml" Id="Ree44c918d5f24745" /><Relationship Type="http://schemas.openxmlformats.org/officeDocument/2006/relationships/slide" Target="/ppt/slides/slide6.xml" Id="R486f3945f6b148c7" /><Relationship Type="http://schemas.openxmlformats.org/officeDocument/2006/relationships/slide" Target="/ppt/slides/slide7.xml" Id="R68651429c34f49ad" /><Relationship Type="http://schemas.openxmlformats.org/officeDocument/2006/relationships/slide" Target="/ppt/slides/slide8.xml" Id="Re5634508b0304077" /><Relationship Type="http://schemas.openxmlformats.org/officeDocument/2006/relationships/slide" Target="/ppt/slides/slide9.xml" Id="R73cba09843ce477c" /><Relationship Type="http://schemas.openxmlformats.org/officeDocument/2006/relationships/slide" Target="/ppt/slides/slide10.xml" Id="R6a1eb71e51bc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fc45622f442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e4e594c414629" /><Relationship Type="http://schemas.openxmlformats.org/officeDocument/2006/relationships/notesMaster" Target="/ppt/notesMasters/notesMaster1.xml" Id="Rf97aada8fadd41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bc90ba5f841e3" /><Relationship Type="http://schemas.openxmlformats.org/officeDocument/2006/relationships/notesMaster" Target="/ppt/notesMasters/notesMaster1.xml" Id="R398421c2d02e40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25a0a194f45e3" /><Relationship Type="http://schemas.openxmlformats.org/officeDocument/2006/relationships/notesMaster" Target="/ppt/notesMasters/notesMaster1.xml" Id="R242684564d5b48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6072b48df4d33" /><Relationship Type="http://schemas.openxmlformats.org/officeDocument/2006/relationships/notesMaster" Target="/ppt/notesMasters/notesMaster1.xml" Id="R834ceaa9cf9246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5227815d824066" /><Relationship Type="http://schemas.openxmlformats.org/officeDocument/2006/relationships/notesMaster" Target="/ppt/notesMasters/notesMaster1.xml" Id="R52642b010e124e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bb2bd9e98f45ab" /><Relationship Type="http://schemas.openxmlformats.org/officeDocument/2006/relationships/notesMaster" Target="/ppt/notesMasters/notesMaster1.xml" Id="Reff56d9a142244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430b32ac23404b" /><Relationship Type="http://schemas.openxmlformats.org/officeDocument/2006/relationships/notesMaster" Target="/ppt/notesMasters/notesMaster1.xml" Id="Re1dcd7680b6f46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34ae5ede664959" /><Relationship Type="http://schemas.openxmlformats.org/officeDocument/2006/relationships/notesMaster" Target="/ppt/notesMasters/notesMaster1.xml" Id="R79dfb2af02f644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8dcd4a0e4b4073" /><Relationship Type="http://schemas.openxmlformats.org/officeDocument/2006/relationships/notesMaster" Target="/ppt/notesMasters/notesMaster1.xml" Id="Rda34fc8f420a4a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2d49d45e984e84" /><Relationship Type="http://schemas.openxmlformats.org/officeDocument/2006/relationships/notesMaster" Target="/ppt/notesMasters/notesMaster1.xml" Id="R0b15325ae21c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Use multi-digit multiplication accurately. Standard: NC.5.NBT.5.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Multiply by the ones and tens separately. Shift the tens product by one place. Add and compare with an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148 × 10 + 148 × 2 = 1480 + 296 = 1776. The parts account for every box or card exactly once.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15 × 10 + 15 × 2 = 150 + 30 = 180.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63 × 20 + 63 × 9 = 1260 + 567 = 1827.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363 × 20 + 363 × 6 = 7260 + 2178 = 9438.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269 × 10 + 269 × 5 = 2690 + 1345 = 4035.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329 × 10 + 329 × 9 = 3290 + 2961 = 6251. The parts account for every box or card exactly once.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15 × 10 + 15 × 2 = 150 + 30 = 180. The parts account for every box or card exactly once.</a:t>
            </a:r>
          </a:p>
          <a:p xmlns:a="http://schemas.openxmlformats.org/drawingml/2006/main">
            <a:r>
              <a:t>2. 63 × 20 + 63 × 9 = 1260 + 567 = 1827. The parts account for every box or card exactly once.</a:t>
            </a:r>
          </a:p>
          <a:p xmlns:a="http://schemas.openxmlformats.org/drawingml/2006/main">
            <a:r>
              <a:t>3. 363 × 20 + 363 × 6 = 7260 + 2178 = 9438. The parts account for every box or card exactly once.</a:t>
            </a:r>
          </a:p>
          <a:p xmlns:a="http://schemas.openxmlformats.org/drawingml/2006/main">
            <a:r>
              <a:t>4. 269 × 10 + 269 × 5 = 2690 + 1345 = 4035. The parts account for every box or card exactly once.</a:t>
            </a:r>
          </a:p>
          <a:p xmlns:a="http://schemas.openxmlformats.org/drawingml/2006/main">
            <a:r>
              <a:t>Exit: 329 × 10 + 329 × 9 = 3290 + 2961 = 6251. The parts account for every box or card exactly once.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59e253a7b4a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b94369dc44e71" /><Relationship Type="http://schemas.openxmlformats.org/officeDocument/2006/relationships/slideLayout" Target="/ppt/slideLayouts/slideLayout1.xml" Id="R5f79356d60594b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79356d60594b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851b5840c4ff3" /><Relationship Type="http://schemas.openxmlformats.org/officeDocument/2006/relationships/image" Target="/ppt/media/image.png" Id="Reab2b4caed504fcb" /><Relationship Type="http://schemas.openxmlformats.org/officeDocument/2006/relationships/image" Target="/ppt/media/image2.png" Id="Ra05b67790e5e4df9" /><Relationship Type="http://schemas.openxmlformats.org/officeDocument/2006/relationships/notesSlide" Target="/ppt/notesSlides/notesSlide1.xml" Id="R57f2643fbc89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87fe461034771" /><Relationship Type="http://schemas.openxmlformats.org/officeDocument/2006/relationships/image" Target="/ppt/media/image3.png" Id="R05b7be90effb49e4" /><Relationship Type="http://schemas.openxmlformats.org/officeDocument/2006/relationships/notesSlide" Target="/ppt/notesSlides/notesSlide2.xml" Id="R96502f3916ed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c34086cd24177" /><Relationship Type="http://schemas.openxmlformats.org/officeDocument/2006/relationships/image" Target="/ppt/media/image4.png" Id="R79eb808db4534c5f" /><Relationship Type="http://schemas.openxmlformats.org/officeDocument/2006/relationships/notesSlide" Target="/ppt/notesSlides/notesSlide3.xml" Id="Rebc8c683ffd34d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d0b6b49344ae" /><Relationship Type="http://schemas.openxmlformats.org/officeDocument/2006/relationships/image" Target="/ppt/media/image5.png" Id="R41e492d486ae4968" /><Relationship Type="http://schemas.openxmlformats.org/officeDocument/2006/relationships/notesSlide" Target="/ppt/notesSlides/notesSlide4.xml" Id="R8a52c01a5d39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505aaa4134e36" /><Relationship Type="http://schemas.openxmlformats.org/officeDocument/2006/relationships/image" Target="/ppt/media/image6.png" Id="R3ac14eead19c4306" /><Relationship Type="http://schemas.openxmlformats.org/officeDocument/2006/relationships/notesSlide" Target="/ppt/notesSlides/notesSlide5.xml" Id="R93ff59978f1c4f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d0eda61fa43ce" /><Relationship Type="http://schemas.openxmlformats.org/officeDocument/2006/relationships/image" Target="/ppt/media/image7.png" Id="Rc15e872555c74d46" /><Relationship Type="http://schemas.openxmlformats.org/officeDocument/2006/relationships/notesSlide" Target="/ppt/notesSlides/notesSlide6.xml" Id="Re86d87f0824a42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ee85c52343e3" /><Relationship Type="http://schemas.openxmlformats.org/officeDocument/2006/relationships/image" Target="/ppt/media/image8.png" Id="Redd14ee0fbf2495b" /><Relationship Type="http://schemas.openxmlformats.org/officeDocument/2006/relationships/notesSlide" Target="/ppt/notesSlides/notesSlide7.xml" Id="R6b4fbd7755c74f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2798ca25248ec" /><Relationship Type="http://schemas.openxmlformats.org/officeDocument/2006/relationships/image" Target="/ppt/media/image9.png" Id="R02f82e59b2f04f6b" /><Relationship Type="http://schemas.openxmlformats.org/officeDocument/2006/relationships/notesSlide" Target="/ppt/notesSlides/notesSlide8.xml" Id="Ra664beb10f614a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2e9ef164e482d" /><Relationship Type="http://schemas.openxmlformats.org/officeDocument/2006/relationships/image" Target="/ppt/media/image10.png" Id="R8a2928e627764b46" /><Relationship Type="http://schemas.openxmlformats.org/officeDocument/2006/relationships/notesSlide" Target="/ppt/notesSlides/notesSlide9.xml" Id="Rc643f253f5d34d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63e81bae04896" /><Relationship Type="http://schemas.openxmlformats.org/officeDocument/2006/relationships/image" Target="/ppt/media/image11.png" Id="Rc42ccdcb1d324e86" /><Relationship Type="http://schemas.openxmlformats.org/officeDocument/2006/relationships/notesSlide" Target="/ppt/notesSlides/notesSlide10.xml" Id="Rb25b6926c37a47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4836-19D6-40FB-8ED5-544AD733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E7405-C4FF-4799-97E6-E5ED78B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Multiplication with a Reasonableness Check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2b4caed504fc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B309C-7508-4730-A009-E74CC473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671FA-0A9A-4772-97B7-9681315A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b67790e5e4df9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C855B-35B8-4267-B798-598CB6B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5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NC.5.NBT.5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A9646-A83D-436C-ACDD-6F1D913D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multi-digit multiplication accurately.</a:t>
            </a:r>
          </a:p>
        </p:txBody>
      </p:sp>
    </p:spTree>
    <p:extLst>
      <p:ext uri="{BB962C8B-B14F-4D97-AF65-F5344CB8AC3E}">
        <p14:creationId xmlns:p14="http://schemas.microsoft.com/office/powerpoint/2010/main" val="1286505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D787A-B55C-4E55-B1D7-AFA2A97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FED6E-BB3B-4C60-ACFA-7B4898F7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7be90effb49e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D2911-A575-4C45-9DD5-1B341D64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0C9F0-C1FC-41AE-93ED-2BBE9360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4E7C5-3977-41B5-A13E-6B4DC07A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866669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B285D-F244-4234-AA83-EC251780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BBAE9-CD7C-475C-B36C-2D3ED5DC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b808db4534c5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FF037-8DA9-40A9-AE67-85BC884C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7B960-5451-4B94-A4DD-094219A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1EBD5-56C9-4EA9-BA01-E2EA76B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community center packs 107 cards in each of 22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DEDD3-A76A-49EC-B5A0-B52E33DF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107 × 20 + 107 × 2 = 2140 + 214 = 2354. The parts account for every box or card exactly once.</a:t>
            </a:r>
          </a:p>
        </p:txBody>
      </p:sp>
    </p:spTree>
    <p:extLst>
      <p:ext uri="{BB962C8B-B14F-4D97-AF65-F5344CB8AC3E}">
        <p14:creationId xmlns:p14="http://schemas.microsoft.com/office/powerpoint/2010/main" val="1586858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6F535-990A-40D5-8394-60A3EA8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0EA74-B2E5-4652-83BD-3E60BCA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492d486ae496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289BB-259F-47D6-87FE-6528A8DA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D0DCB-7ADD-48C3-94FF-B9731EFA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CBD7C-CCEC-4385-9516-7B8DF8A5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packs 148 cards in each of 12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699B0-2455-446E-BC4A-14A809C1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721805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815B4-810A-4603-98A7-7D9314A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90F1-2C73-4EA0-92A0-920D2130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14eead19c430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0103D-311D-4DF2-BE92-01AED407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4CCE0-D231-40F5-9165-135C693A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4A8C2-6035-4707-ACB3-2ADEA73A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packs 15 cards in each of 12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1BD68-54D7-479F-9ABC-32DAAFE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08555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638DC-4E00-44C2-9036-F5CB322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14765-4ACA-4863-B90C-7E0C6F3E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e872555c74d4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1F587-9162-4B07-BEFB-2414D2A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B6898-6220-4626-A0A6-12DCA7CD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AFEAF-90C9-475A-AA5E-BD5C9AE9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packs 63 cards in each of 29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F0463-F370-499B-BE2F-CF2D9742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67036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4A476-1206-4533-B985-E3EB12E9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A1E7D-8FE1-4578-BD6B-C0CAE000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14ee0fbf2495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9C420-30C5-4056-A5A1-504A182F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31A95-5596-456D-8D13-274A614B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DCDC5-CF97-486B-8944-E71F5AB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packs 363 cards in each of 26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9084A-37E4-417B-A7C3-FB7EAB4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74506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5D754-E613-4EB8-A094-5D9D1FA3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6BC0B-1B58-4F1E-AC97-C34CE2E5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82e59b2f04f6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1E60E-E7AB-4D17-A3F8-34A13D3B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5FF5C-9A94-4C93-A8F4-D0966319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DA5E1-B240-49B8-9126-5659179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packs 269 cards in each of 15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D041F-8C6C-404D-A320-E851E193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54160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07FD0-199E-4F2A-8171-869A224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D31F2-7531-48B4-8815-9AC9A68F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928e627764b4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EB2B6-923F-4F2C-B3A1-7F1206EF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30061-2CDE-4595-9692-192EC1AF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6ED90-704A-4786-9325-8E30D33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library team packs 329 cards in each of 19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2A431-D759-490F-AD4D-C4E776E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3042960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AE393-79CB-4071-A60B-A5EA1343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CE836-19AE-46CC-96A7-E54280B5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cdcb1d324e8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99B7C-2068-4A0D-B62F-195C49CB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CDA0D-456E-439C-97A7-AD1B23D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899C1-C0F5-4126-814A-2C0B228E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2. 1827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3. 9438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4. 4035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FA9C3-80C4-44DD-B0AD-40B4A3B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6251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615908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2026-09-15T01:31:56.3630000Z</dcterms:created>
  <dcterms:modified xsi:type="dcterms:W3CDTF">2026-09-15T01:31:56.3630000Z</dcterms:modified>
</coreProperties>
</file>