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5c8fc720f41ee" /><Relationship Type="http://schemas.openxmlformats.org/officeDocument/2006/relationships/extended-properties" Target="/docProps/app.xml" Id="R086914c19b3c49c9" /><Relationship Type="http://schemas.openxmlformats.org/officeDocument/2006/relationships/officeDocument" Target="/ppt/presentation.xml" Id="R7df4bc09ff91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01d3d55594b8f"/>
  </p:sldMasterIdLst>
  <p:notesMasterIdLst>
    <p:notesMasterId xmlns:r="http://schemas.openxmlformats.org/officeDocument/2006/relationships" r:id="Rc3b297d28c8e45dd"/>
  </p:notesMasterIdLst>
  <p:sldIdLst>
    <p:sldId xmlns:r="http://schemas.openxmlformats.org/officeDocument/2006/relationships" id="256" r:id="Rfdaa9ce35df34118"/>
    <p:sldId xmlns:r="http://schemas.openxmlformats.org/officeDocument/2006/relationships" id="257" r:id="R18d49c713adf4e23"/>
    <p:sldId xmlns:r="http://schemas.openxmlformats.org/officeDocument/2006/relationships" id="258" r:id="Ra4f66c69703b4e9a"/>
    <p:sldId xmlns:r="http://schemas.openxmlformats.org/officeDocument/2006/relationships" id="259" r:id="Rae49657a2ecb437b"/>
    <p:sldId xmlns:r="http://schemas.openxmlformats.org/officeDocument/2006/relationships" id="260" r:id="Rd79d143fce534c76"/>
    <p:sldId xmlns:r="http://schemas.openxmlformats.org/officeDocument/2006/relationships" id="261" r:id="R67d02b8e14bd4708"/>
    <p:sldId xmlns:r="http://schemas.openxmlformats.org/officeDocument/2006/relationships" id="262" r:id="R1f9c820616114b1d"/>
    <p:sldId xmlns:r="http://schemas.openxmlformats.org/officeDocument/2006/relationships" id="263" r:id="Rf2301f58c4fd4803"/>
    <p:sldId xmlns:r="http://schemas.openxmlformats.org/officeDocument/2006/relationships" id="264" r:id="R430ab24567cc4650"/>
    <p:sldId xmlns:r="http://schemas.openxmlformats.org/officeDocument/2006/relationships" id="265" r:id="R91dbcbb3263b42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24e5c44194ba2" /><Relationship Type="http://schemas.openxmlformats.org/officeDocument/2006/relationships/slideMaster" Target="/ppt/slideMasters/slideMaster1.xml" Id="Rc5701d3d55594b8f" /><Relationship Type="http://schemas.openxmlformats.org/officeDocument/2006/relationships/notesMaster" Target="/ppt/notesMasters/notesMaster1.xml" Id="Rc3b297d28c8e45dd" /><Relationship Type="http://schemas.openxmlformats.org/officeDocument/2006/relationships/presProps" Target="/ppt/presProps.xml" Id="R4ea3482a3e9a4189" /><Relationship Type="http://schemas.openxmlformats.org/officeDocument/2006/relationships/tableStyles" Target="/ppt/tableStyles.xml" Id="R7f346c7b22de4c7a" /><Relationship Type="http://schemas.openxmlformats.org/officeDocument/2006/relationships/slide" Target="/ppt/slides/slide1.xml" Id="Rfdaa9ce35df34118" /><Relationship Type="http://schemas.openxmlformats.org/officeDocument/2006/relationships/slide" Target="/ppt/slides/slide2.xml" Id="R18d49c713adf4e23" /><Relationship Type="http://schemas.openxmlformats.org/officeDocument/2006/relationships/slide" Target="/ppt/slides/slide3.xml" Id="Ra4f66c69703b4e9a" /><Relationship Type="http://schemas.openxmlformats.org/officeDocument/2006/relationships/slide" Target="/ppt/slides/slide4.xml" Id="Rae49657a2ecb437b" /><Relationship Type="http://schemas.openxmlformats.org/officeDocument/2006/relationships/slide" Target="/ppt/slides/slide5.xml" Id="Rd79d143fce534c76" /><Relationship Type="http://schemas.openxmlformats.org/officeDocument/2006/relationships/slide" Target="/ppt/slides/slide6.xml" Id="R67d02b8e14bd4708" /><Relationship Type="http://schemas.openxmlformats.org/officeDocument/2006/relationships/slide" Target="/ppt/slides/slide7.xml" Id="R1f9c820616114b1d" /><Relationship Type="http://schemas.openxmlformats.org/officeDocument/2006/relationships/slide" Target="/ppt/slides/slide8.xml" Id="Rf2301f58c4fd4803" /><Relationship Type="http://schemas.openxmlformats.org/officeDocument/2006/relationships/slide" Target="/ppt/slides/slide9.xml" Id="R430ab24567cc4650" /><Relationship Type="http://schemas.openxmlformats.org/officeDocument/2006/relationships/slide" Target="/ppt/slides/slide10.xml" Id="R91dbcbb3263b42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b546fceca8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a1d9d1baab4eda" /><Relationship Type="http://schemas.openxmlformats.org/officeDocument/2006/relationships/notesMaster" Target="/ppt/notesMasters/notesMaster1.xml" Id="R184f0f084539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c1ae3f30d54e53" /><Relationship Type="http://schemas.openxmlformats.org/officeDocument/2006/relationships/notesMaster" Target="/ppt/notesMasters/notesMaster1.xml" Id="Rf2fb3d277c20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fbe9033fd04ed1" /><Relationship Type="http://schemas.openxmlformats.org/officeDocument/2006/relationships/notesMaster" Target="/ppt/notesMasters/notesMaster1.xml" Id="R9f51f5fe5b8d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0e2d36df24b7e" /><Relationship Type="http://schemas.openxmlformats.org/officeDocument/2006/relationships/notesMaster" Target="/ppt/notesMasters/notesMaster1.xml" Id="R7036f7ddb488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fde4e6bc99423f" /><Relationship Type="http://schemas.openxmlformats.org/officeDocument/2006/relationships/notesMaster" Target="/ppt/notesMasters/notesMaster1.xml" Id="Rb7654ec91e564e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b54e7e9ef7442f" /><Relationship Type="http://schemas.openxmlformats.org/officeDocument/2006/relationships/notesMaster" Target="/ppt/notesMasters/notesMaster1.xml" Id="R1b44f31b088441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1c127225074f55" /><Relationship Type="http://schemas.openxmlformats.org/officeDocument/2006/relationships/notesMaster" Target="/ppt/notesMasters/notesMaster1.xml" Id="Rd7e19201dcc94d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a0f7f378ef4bdf" /><Relationship Type="http://schemas.openxmlformats.org/officeDocument/2006/relationships/notesMaster" Target="/ppt/notesMasters/notesMaster1.xml" Id="Raa8700ef21c343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4ab0223204b7d" /><Relationship Type="http://schemas.openxmlformats.org/officeDocument/2006/relationships/notesMaster" Target="/ppt/notesMasters/notesMaster1.xml" Id="R52523c21315847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eed116dd244c68" /><Relationship Type="http://schemas.openxmlformats.org/officeDocument/2006/relationships/notesMaster" Target="/ppt/notesMasters/notesMaster1.xml" Id="R7d241c3813cc42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equally likely outcomes to model chance. Standard: NC.7.SP.7.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 the equally likely outcomes. Probability is favorable outcomes divided by all outcomes. Check that probabilities total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There are 15 equally likely counters. Red: 3/15; not red: 12/15. These disjoint events cover all 15 counters.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18 equally likely counters. Red: 8/18; not red: 10/18. These disjoint events cover all 18 counters.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13 equally likely counters. Red: 3/13; not red: 10/13. These disjoint events cover all 13 counters.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17 equally likely counters. Red: 2/17; not red: 15/17. These disjoint events cover all 17 counters.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14 equally likely counters. Red: 3/14; not red: 11/14. These disjoint events cover all 14 counters.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There are 12 equally likely counters. Red: 7/12; not red: 5/12. These disjoint events cover all 12 counters.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There are 18 equally likely counters. Red: 8/18; not red: 10/18. These disjoint events cover all 18 counters.</a:t>
            </a:r>
          </a:p>
          <a:p xmlns:a="http://schemas.openxmlformats.org/drawingml/2006/main">
            <a:r>
              <a:t>2. There are 13 equally likely counters. Red: 3/13; not red: 10/13. These disjoint events cover all 13 counters.</a:t>
            </a:r>
          </a:p>
          <a:p xmlns:a="http://schemas.openxmlformats.org/drawingml/2006/main">
            <a:r>
              <a:t>3. There are 17 equally likely counters. Red: 2/17; not red: 15/17. These disjoint events cover all 17 counters.</a:t>
            </a:r>
          </a:p>
          <a:p xmlns:a="http://schemas.openxmlformats.org/drawingml/2006/main">
            <a:r>
              <a:t>4. There are 14 equally likely counters. Red: 3/14; not red: 11/14. These disjoint events cover all 14 counters.</a:t>
            </a:r>
          </a:p>
          <a:p xmlns:a="http://schemas.openxmlformats.org/drawingml/2006/main">
            <a:r>
              <a:t>Exit: There are 12 equally likely counters. Red: 7/12; not red: 5/12. These disjoint events cover all 12 counters.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7089e2f4740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908bc97e34303" /><Relationship Type="http://schemas.openxmlformats.org/officeDocument/2006/relationships/slideLayout" Target="/ppt/slideLayouts/slideLayout1.xml" Id="Rd4059195725142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059195725142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6c16e79484463" /><Relationship Type="http://schemas.openxmlformats.org/officeDocument/2006/relationships/image" Target="/ppt/media/image.png" Id="Rc8e832848d0f4437" /><Relationship Type="http://schemas.openxmlformats.org/officeDocument/2006/relationships/image" Target="/ppt/media/image2.png" Id="Rd90da292dfff41c8" /><Relationship Type="http://schemas.openxmlformats.org/officeDocument/2006/relationships/notesSlide" Target="/ppt/notesSlides/notesSlide1.xml" Id="R5735cd968550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ac962cbf34509" /><Relationship Type="http://schemas.openxmlformats.org/officeDocument/2006/relationships/image" Target="/ppt/media/image3.png" Id="Rb4e15a007dbd4a30" /><Relationship Type="http://schemas.openxmlformats.org/officeDocument/2006/relationships/notesSlide" Target="/ppt/notesSlides/notesSlide2.xml" Id="R7649dc3b4111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200057bae45a8" /><Relationship Type="http://schemas.openxmlformats.org/officeDocument/2006/relationships/image" Target="/ppt/media/image4.png" Id="R5de0dfac52c84b36" /><Relationship Type="http://schemas.openxmlformats.org/officeDocument/2006/relationships/notesSlide" Target="/ppt/notesSlides/notesSlide3.xml" Id="R48e09b2467d749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d40958bc04493" /><Relationship Type="http://schemas.openxmlformats.org/officeDocument/2006/relationships/image" Target="/ppt/media/image5.png" Id="R2b99125d117a45eb" /><Relationship Type="http://schemas.openxmlformats.org/officeDocument/2006/relationships/notesSlide" Target="/ppt/notesSlides/notesSlide4.xml" Id="R7718067f2e5a48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1d7acf23443a3" /><Relationship Type="http://schemas.openxmlformats.org/officeDocument/2006/relationships/image" Target="/ppt/media/image6.png" Id="Rc13aaab1809a4b11" /><Relationship Type="http://schemas.openxmlformats.org/officeDocument/2006/relationships/notesSlide" Target="/ppt/notesSlides/notesSlide5.xml" Id="R5f52d948133d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2c614efca424b" /><Relationship Type="http://schemas.openxmlformats.org/officeDocument/2006/relationships/image" Target="/ppt/media/image7.png" Id="R2373ce2109b64159" /><Relationship Type="http://schemas.openxmlformats.org/officeDocument/2006/relationships/notesSlide" Target="/ppt/notesSlides/notesSlide6.xml" Id="R2411ab4923c84e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6a252d2734917" /><Relationship Type="http://schemas.openxmlformats.org/officeDocument/2006/relationships/image" Target="/ppt/media/image8.png" Id="Ra8f07df1054d4666" /><Relationship Type="http://schemas.openxmlformats.org/officeDocument/2006/relationships/notesSlide" Target="/ppt/notesSlides/notesSlide7.xml" Id="R56d6b91809ff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a329946042b8" /><Relationship Type="http://schemas.openxmlformats.org/officeDocument/2006/relationships/image" Target="/ppt/media/image9.png" Id="R9592f9e6b3b64c24" /><Relationship Type="http://schemas.openxmlformats.org/officeDocument/2006/relationships/notesSlide" Target="/ppt/notesSlides/notesSlide8.xml" Id="R32630d7681dd4b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15e8ed584544" /><Relationship Type="http://schemas.openxmlformats.org/officeDocument/2006/relationships/image" Target="/ppt/media/image10.png" Id="R13165d748ffc4d92" /><Relationship Type="http://schemas.openxmlformats.org/officeDocument/2006/relationships/notesSlide" Target="/ppt/notesSlides/notesSlide9.xml" Id="R8e2150ce58c9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16e3c823411b" /><Relationship Type="http://schemas.openxmlformats.org/officeDocument/2006/relationships/image" Target="/ppt/media/image11.png" Id="R04cdd3bb9adf4656" /><Relationship Type="http://schemas.openxmlformats.org/officeDocument/2006/relationships/notesSlide" Target="/ppt/notesSlides/notesSlide10.xml" Id="R50ab5779278d49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CFD88-972B-4330-9616-D1552FB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31F14-0966-456E-9D10-14FC9A8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Fair Probability Model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832848d0f443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89D19-31E1-457F-964C-9B8DBA9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68C44-CF0F-4866-A990-996546D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da292dfff41c8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39AA5-CC95-43E0-B5FC-FAE775E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7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NC.7.SP.7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F9620-F986-4F44-9D7D-52970F8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equally likely outcomes to model chance.</a:t>
            </a:r>
          </a:p>
        </p:txBody>
      </p:sp>
    </p:spTree>
    <p:extLst>
      <p:ext uri="{BB962C8B-B14F-4D97-AF65-F5344CB8AC3E}">
        <p14:creationId xmlns:p14="http://schemas.microsoft.com/office/powerpoint/2010/main" val="330279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E8981-A0BC-4918-A236-A2584F9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88CA2-BAAB-4138-AD70-46F7E6E7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15a007dbd4a3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1F7B8-D3E9-44C8-9CE4-9F9D19BA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369D7-CECB-40C9-962A-80CFF050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DBD10-E7D0-41CC-B1EA-B0F0AFB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107042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7D348-4023-4193-88D6-2C0F6AF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DEC55-C792-43CA-BACA-41BA8230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0dfac52c84b3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55AFB-3B2A-41B9-A687-E46FA12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7498A-8844-40A2-9E3F-5EFC900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4196F-DAAA-4ACF-B47E-7DD99C0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3 red, 4 blue, and 3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9A0AF-2693-47CC-A833-378D5CF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There are 10 equally likely counters. Red: 3/10; not red: 7/10. These disjoint events cover all 10 counters.</a:t>
            </a:r>
          </a:p>
        </p:txBody>
      </p:sp>
    </p:spTree>
    <p:extLst>
      <p:ext uri="{BB962C8B-B14F-4D97-AF65-F5344CB8AC3E}">
        <p14:creationId xmlns:p14="http://schemas.microsoft.com/office/powerpoint/2010/main" val="1026336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1DFFE-8ED8-4641-AF98-4789E749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A5311-EF11-4EFF-AADC-364277A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9125d117a45e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0FB4E-BC99-4D62-8263-3F87650B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6ACC2-8BAA-4714-9BF4-9CDFA725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116D3-A19B-40FF-B105-36FDDE2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3 red, 7 blue, and 5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0E70A-3A3B-485C-8660-DE80E80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80602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ED87C-1521-48B7-ADE4-78F96C3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BF23F-173A-41DE-9407-7302364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aaab1809a4b1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D6893-5868-4527-9438-BA9FB96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1981-1587-4A2F-AAF0-B359151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70712-7231-431B-95A6-46913374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8 red, 3 blue, and 7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7DA18-7D11-4989-B325-C427698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15047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F9F6F-AB8F-41F4-A627-595655A3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08561-4D08-4AAF-B170-A2DFCB0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3ce2109b6415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8F4AA-4C55-4B72-9768-CA7E31E2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85FE6-A086-4DD7-A1FD-8E12875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CA597-BD6B-49FA-83B5-9271A88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3 red, 3 blue, and 7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B84E0-76AF-49F2-B33E-2E11212E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15042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C9161-FD5E-4EE9-834A-92B3A87F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0EDEA-E055-42EA-BB86-C46F2B89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07df1054d466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5BB8A-DAB8-4567-846F-C8B61A7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56D72-7E50-4A89-88E3-5F6A4B0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5B92-EB95-4569-83B3-2AB888B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2 red, 8 blue, and 7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B3E8F-4D77-40F5-A2BB-63BEEF70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30024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F9CF0-2E30-434E-93BE-8529E633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F6AD7-E0B7-498F-B5FF-5616F730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2f9e6b3b64c2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991D9-0B2D-4C0A-8DAE-CB0C375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3656-3A9D-417E-9EC6-59205B7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B6955-04CB-4EFD-AA78-B70C04D0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3 red, 8 blue, and 3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FB106-7C3A-457F-900D-FD96474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90333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CE461-E7FE-4D12-B4EE-A2687E0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91654-0FDA-4D8D-8C84-A2ABD53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5d748ffc4d9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BC5B7-C69D-421B-A410-F64D423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427D2-B5D9-4E01-88A2-6D396DC5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CB7F8-5BAF-43B7-AF48-A7E8DE9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bag holds 7 red, 3 blue, and 2 green counters, identical except for color. One is drawn at random. Find P(red), P(not red), and explain why their sum is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8006E-B33D-454C-95CD-BF19D7C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879774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5AF8C-2EEC-46E3-A731-3DDE2BD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D634F-2866-43CB-A7A7-1EBCD9BC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dd3bb9adf465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F5679-39EE-45BA-8D13-A194AD6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2F111-ECFE-4B00-8EE0-A58D1CAF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1030B-7F42-4636-A0BE-9E3E9FB9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4/9; 5/9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3/13; 10/13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2/17; 15/17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3/14; 11/14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5DD9F-78C6-4ED7-B45E-BF80DE4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7/12; 5/12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442904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2026-09-15T01:32:24.0220000Z</dcterms:created>
  <dcterms:modified xsi:type="dcterms:W3CDTF">2026-09-15T01:32:24.0220000Z</dcterms:modified>
</coreProperties>
</file>