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db3a313a6d4cd5" /><Relationship Type="http://schemas.openxmlformats.org/officeDocument/2006/relationships/extended-properties" Target="/docProps/app.xml" Id="Rec22e48b962249f4" /><Relationship Type="http://schemas.openxmlformats.org/officeDocument/2006/relationships/officeDocument" Target="/ppt/presentation.xml" Id="R4aeeb00d622049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bae5dcc624456c"/>
  </p:sldMasterIdLst>
  <p:notesMasterIdLst>
    <p:notesMasterId xmlns:r="http://schemas.openxmlformats.org/officeDocument/2006/relationships" r:id="Re940ca0b1a07414f"/>
  </p:notesMasterIdLst>
  <p:sldIdLst>
    <p:sldId xmlns:r="http://schemas.openxmlformats.org/officeDocument/2006/relationships" id="256" r:id="Ra0bbbdd21a8d4f6e"/>
    <p:sldId xmlns:r="http://schemas.openxmlformats.org/officeDocument/2006/relationships" id="257" r:id="R92cbc4e64cc34202"/>
    <p:sldId xmlns:r="http://schemas.openxmlformats.org/officeDocument/2006/relationships" id="258" r:id="Ra7fa8d61888743ec"/>
    <p:sldId xmlns:r="http://schemas.openxmlformats.org/officeDocument/2006/relationships" id="259" r:id="R60adb1c159824a41"/>
    <p:sldId xmlns:r="http://schemas.openxmlformats.org/officeDocument/2006/relationships" id="260" r:id="R9f71876b419e4cbd"/>
    <p:sldId xmlns:r="http://schemas.openxmlformats.org/officeDocument/2006/relationships" id="261" r:id="R6307e87833c84d2e"/>
    <p:sldId xmlns:r="http://schemas.openxmlformats.org/officeDocument/2006/relationships" id="262" r:id="R78878debcd204307"/>
    <p:sldId xmlns:r="http://schemas.openxmlformats.org/officeDocument/2006/relationships" id="263" r:id="R8ae8630cd01c4312"/>
    <p:sldId xmlns:r="http://schemas.openxmlformats.org/officeDocument/2006/relationships" id="264" r:id="Rfa42b9720c314959"/>
    <p:sldId xmlns:r="http://schemas.openxmlformats.org/officeDocument/2006/relationships" id="265" r:id="R586669f1200043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237aef118f4e84" /><Relationship Type="http://schemas.openxmlformats.org/officeDocument/2006/relationships/slideMaster" Target="/ppt/slideMasters/slideMaster1.xml" Id="R0abae5dcc624456c" /><Relationship Type="http://schemas.openxmlformats.org/officeDocument/2006/relationships/notesMaster" Target="/ppt/notesMasters/notesMaster1.xml" Id="Re940ca0b1a07414f" /><Relationship Type="http://schemas.openxmlformats.org/officeDocument/2006/relationships/presProps" Target="/ppt/presProps.xml" Id="Rfe1a67152324433d" /><Relationship Type="http://schemas.openxmlformats.org/officeDocument/2006/relationships/tableStyles" Target="/ppt/tableStyles.xml" Id="Rd1481fedf42d4281" /><Relationship Type="http://schemas.openxmlformats.org/officeDocument/2006/relationships/slide" Target="/ppt/slides/slide1.xml" Id="Ra0bbbdd21a8d4f6e" /><Relationship Type="http://schemas.openxmlformats.org/officeDocument/2006/relationships/slide" Target="/ppt/slides/slide2.xml" Id="R92cbc4e64cc34202" /><Relationship Type="http://schemas.openxmlformats.org/officeDocument/2006/relationships/slide" Target="/ppt/slides/slide3.xml" Id="Ra7fa8d61888743ec" /><Relationship Type="http://schemas.openxmlformats.org/officeDocument/2006/relationships/slide" Target="/ppt/slides/slide4.xml" Id="R60adb1c159824a41" /><Relationship Type="http://schemas.openxmlformats.org/officeDocument/2006/relationships/slide" Target="/ppt/slides/slide5.xml" Id="R9f71876b419e4cbd" /><Relationship Type="http://schemas.openxmlformats.org/officeDocument/2006/relationships/slide" Target="/ppt/slides/slide6.xml" Id="R6307e87833c84d2e" /><Relationship Type="http://schemas.openxmlformats.org/officeDocument/2006/relationships/slide" Target="/ppt/slides/slide7.xml" Id="R78878debcd204307" /><Relationship Type="http://schemas.openxmlformats.org/officeDocument/2006/relationships/slide" Target="/ppt/slides/slide8.xml" Id="R8ae8630cd01c4312" /><Relationship Type="http://schemas.openxmlformats.org/officeDocument/2006/relationships/slide" Target="/ppt/slides/slide9.xml" Id="Rfa42b9720c314959" /><Relationship Type="http://schemas.openxmlformats.org/officeDocument/2006/relationships/slide" Target="/ppt/slides/slide10.xml" Id="R586669f1200043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f7155033a94c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29993e862d4630" /><Relationship Type="http://schemas.openxmlformats.org/officeDocument/2006/relationships/notesMaster" Target="/ppt/notesMasters/notesMaster1.xml" Id="Rd5f9fa5e1e2945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36a9d9a0964f43" /><Relationship Type="http://schemas.openxmlformats.org/officeDocument/2006/relationships/notesMaster" Target="/ppt/notesMasters/notesMaster1.xml" Id="R56ef990591fe42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95fc058a624b2a" /><Relationship Type="http://schemas.openxmlformats.org/officeDocument/2006/relationships/notesMaster" Target="/ppt/notesMasters/notesMaster1.xml" Id="R63be46987f0348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2a63a50c884b51" /><Relationship Type="http://schemas.openxmlformats.org/officeDocument/2006/relationships/notesMaster" Target="/ppt/notesMasters/notesMaster1.xml" Id="R5ec11cf5df3046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032eee5eb54ea7" /><Relationship Type="http://schemas.openxmlformats.org/officeDocument/2006/relationships/notesMaster" Target="/ppt/notesMasters/notesMaster1.xml" Id="R8a7fe32878ed47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d35212e425402c" /><Relationship Type="http://schemas.openxmlformats.org/officeDocument/2006/relationships/notesMaster" Target="/ppt/notesMasters/notesMaster1.xml" Id="R311078e0beeb41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2fd51dc56d4ad4" /><Relationship Type="http://schemas.openxmlformats.org/officeDocument/2006/relationships/notesMaster" Target="/ppt/notesMasters/notesMaster1.xml" Id="Rbe8ee5b6d76642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764da616614800" /><Relationship Type="http://schemas.openxmlformats.org/officeDocument/2006/relationships/notesMaster" Target="/ppt/notesMasters/notesMaster1.xml" Id="R2c3fcb5608234b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101b7a47424a07" /><Relationship Type="http://schemas.openxmlformats.org/officeDocument/2006/relationships/notesMaster" Target="/ppt/notesMasters/notesMaster1.xml" Id="R13d6243b7bd74d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01885ca8a34656" /><Relationship Type="http://schemas.openxmlformats.org/officeDocument/2006/relationships/notesMaster" Target="/ppt/notesMasters/notesMaster1.xml" Id="Rb9ac2959ad734c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Explain addition and subtraction with place value. Standard: NC.3.NBT.2.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Decompose hundreds, tens, and ones. Trade one ten for ten ones when needed. Check subtraction with addition.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Subtract by place value: 763 − 443 = 320. Inverse check: 320 + 443 = 763.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Combine equal place values and regroup: 250 + 153 = 403. Check by subtracting 250.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Subtract by place value: 401 − 247 = 154. Inverse check: 154 + 247 = 401.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Combine equal place values and regroup: 389 + 280 = 669. Check by subtracting 389.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Subtract by place value: 578 − 352 = 226. Inverse check: 226 + 352 = 578.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Combine equal place values and regroup: 428 + 337 = 765. Check by subtracting 428.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Combine equal place values and regroup: 250 + 153 = 403. Check by subtracting 250.</a:t>
            </a:r>
          </a:p>
          <a:p xmlns:a="http://schemas.openxmlformats.org/drawingml/2006/main">
            <a:r>
              <a:t>2. Subtract by place value: 401 − 247 = 154. Inverse check: 154 + 247 = 401.</a:t>
            </a:r>
          </a:p>
          <a:p xmlns:a="http://schemas.openxmlformats.org/drawingml/2006/main">
            <a:r>
              <a:t>3. Combine equal place values and regroup: 389 + 280 = 669. Check by subtracting 389.</a:t>
            </a:r>
          </a:p>
          <a:p xmlns:a="http://schemas.openxmlformats.org/drawingml/2006/main">
            <a:r>
              <a:t>4. Subtract by place value: 578 − 352 = 226. Inverse check: 226 + 352 = 578.</a:t>
            </a:r>
          </a:p>
          <a:p xmlns:a="http://schemas.openxmlformats.org/drawingml/2006/main">
            <a:r>
              <a:t>Exit: Combine equal place values and regroup: 428 + 337 = 765. Check by subtracting 428.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b0efad23f741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9aa55fe77b4d04" /><Relationship Type="http://schemas.openxmlformats.org/officeDocument/2006/relationships/slideLayout" Target="/ppt/slideLayouts/slideLayout1.xml" Id="R7aa81257546c4d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a81257546c4d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6829cadb04f14" /><Relationship Type="http://schemas.openxmlformats.org/officeDocument/2006/relationships/image" Target="/ppt/media/image.png" Id="R2743201636b144fb" /><Relationship Type="http://schemas.openxmlformats.org/officeDocument/2006/relationships/image" Target="/ppt/media/image2.png" Id="R519161c3bf0548af" /><Relationship Type="http://schemas.openxmlformats.org/officeDocument/2006/relationships/notesSlide" Target="/ppt/notesSlides/notesSlide1.xml" Id="Re6da20f96bcb40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265b334184020" /><Relationship Type="http://schemas.openxmlformats.org/officeDocument/2006/relationships/image" Target="/ppt/media/image3.png" Id="Re1a2bee5c4b34402" /><Relationship Type="http://schemas.openxmlformats.org/officeDocument/2006/relationships/notesSlide" Target="/ppt/notesSlides/notesSlide2.xml" Id="R2cbde5d0047649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01d8b1471402d" /><Relationship Type="http://schemas.openxmlformats.org/officeDocument/2006/relationships/image" Target="/ppt/media/image4.png" Id="Rd5c1b3821cf64f8e" /><Relationship Type="http://schemas.openxmlformats.org/officeDocument/2006/relationships/notesSlide" Target="/ppt/notesSlides/notesSlide3.xml" Id="Re60d3c9755d44d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93ff855b84f62" /><Relationship Type="http://schemas.openxmlformats.org/officeDocument/2006/relationships/image" Target="/ppt/media/image5.png" Id="Rb4b19e2b4c7b425d" /><Relationship Type="http://schemas.openxmlformats.org/officeDocument/2006/relationships/notesSlide" Target="/ppt/notesSlides/notesSlide4.xml" Id="R64c2dedaca924f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fd752c4a24858" /><Relationship Type="http://schemas.openxmlformats.org/officeDocument/2006/relationships/image" Target="/ppt/media/image6.png" Id="R766208bdde9e47b5" /><Relationship Type="http://schemas.openxmlformats.org/officeDocument/2006/relationships/notesSlide" Target="/ppt/notesSlides/notesSlide5.xml" Id="Rc091af1ac3874c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a28e7233940bb" /><Relationship Type="http://schemas.openxmlformats.org/officeDocument/2006/relationships/image" Target="/ppt/media/image7.png" Id="Rbe473527b02d4895" /><Relationship Type="http://schemas.openxmlformats.org/officeDocument/2006/relationships/notesSlide" Target="/ppt/notesSlides/notesSlide6.xml" Id="R9bd3b3578cf442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3528f90d242ad" /><Relationship Type="http://schemas.openxmlformats.org/officeDocument/2006/relationships/image" Target="/ppt/media/image8.png" Id="R5d373bb2d1ae45f2" /><Relationship Type="http://schemas.openxmlformats.org/officeDocument/2006/relationships/notesSlide" Target="/ppt/notesSlides/notesSlide7.xml" Id="Rde14615801ce4e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79d24f8814162" /><Relationship Type="http://schemas.openxmlformats.org/officeDocument/2006/relationships/image" Target="/ppt/media/image9.png" Id="R0fe5ecfa9ec74d6b" /><Relationship Type="http://schemas.openxmlformats.org/officeDocument/2006/relationships/notesSlide" Target="/ppt/notesSlides/notesSlide8.xml" Id="R202dc051d2164b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cfe1031e2446c" /><Relationship Type="http://schemas.openxmlformats.org/officeDocument/2006/relationships/image" Target="/ppt/media/image10.png" Id="Rc1f8269229fe4b99" /><Relationship Type="http://schemas.openxmlformats.org/officeDocument/2006/relationships/notesSlide" Target="/ppt/notesSlides/notesSlide9.xml" Id="R7a2abb779cae46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1e87e70fa4e84" /><Relationship Type="http://schemas.openxmlformats.org/officeDocument/2006/relationships/image" Target="/ppt/media/image11.png" Id="R604ebf71345d40d0" /><Relationship Type="http://schemas.openxmlformats.org/officeDocument/2006/relationships/notesSlide" Target="/ppt/notesSlides/notesSlide10.xml" Id="R22ed69f03eb843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E9556-0C4E-4DB3-8110-A3E9DBD7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01154-D086-487F-AD46-7C4A3090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and Regroup to 1,000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3201636b144f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D7B4E-E557-44C1-9262-D3465A3E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BFEF0-2F04-4760-93F5-63EF7F74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161c3bf0548af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2D469-B55D-4007-99F4-60F70019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3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NC.3.NBT.2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5B1C2-833B-45EC-8EF1-91E34525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Explain addition and subtraction with place value.</a:t>
            </a:r>
          </a:p>
        </p:txBody>
      </p:sp>
    </p:spTree>
    <p:extLst>
      <p:ext uri="{BB962C8B-B14F-4D97-AF65-F5344CB8AC3E}">
        <p14:creationId xmlns:p14="http://schemas.microsoft.com/office/powerpoint/2010/main" val="14101361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860CC-7236-481B-BB18-5A15D807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97C25-734A-4FAC-8AF8-7100916C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2bee5c4b34402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7E94C-098E-45D5-ABFD-CF8E93BE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9D204-0502-414C-82E6-B227D58C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9B667-6BDD-4859-9920-5C85E53F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9388894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9DEDD-24A8-4887-AD91-901ADD99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D9F60-F1FF-4077-B260-57F0BA1A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1b3821cf64f8e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B1E3E-667B-47CB-A5BC-1C5A9FC2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6ED54-964F-43B5-8089-DE53CBBA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55D17-9279-4D94-8990-72A201A7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Find 393 + 208. Show a place-value method and a different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62E65-B39D-4352-A57B-D59A9A6E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Combine equal place values and regroup: 393 + 208 = 601. Check by subtracting 393.</a:t>
            </a:r>
          </a:p>
        </p:txBody>
      </p:sp>
    </p:spTree>
    <p:extLst>
      <p:ext uri="{BB962C8B-B14F-4D97-AF65-F5344CB8AC3E}">
        <p14:creationId xmlns:p14="http://schemas.microsoft.com/office/powerpoint/2010/main" val="8475442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D2A5F-80E0-471F-9CAE-5B6583CC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66179-0A4D-42C6-A52F-C25B5956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19e2b4c7b425d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C62D9-8826-449F-ABED-6485568A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A41E0-0E02-4043-8AAF-9B31FAF7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5FEDD-560D-4132-B702-1A50D25B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Find 763 − 443. Show a place-value method and a different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63971-E0CA-41EF-ADE3-ECB7C27E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20708295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48AA8-3EDB-4DB4-A34D-CA268163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30AB8-B4A2-4A0C-A779-73A32CE6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208bdde9e47b5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9B27C-E8D7-4671-9B7D-D2154175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D1857-9EC3-4AA5-9043-C27EB0D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33C41-4DE2-4D05-805C-4D975AF8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Find 250 + 153. Show a place-value method and a different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C85DE-19DD-4C64-94BF-0E1F46B3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5832161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58A97-82CB-4705-A2D4-95D9DCFA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0C271-4582-4C64-92FF-6DC48A78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73527b02d4895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E492C-A290-4DDA-9A89-BB8558D3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AFFFF-3844-499F-97D1-24AFAB53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5CBE8-DF19-4BB8-860E-32EDCCFF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Find 401 − 247. Show a place-value method and a different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F1CFD-6EB6-4680-AD33-0D3F699C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7411599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3F978-66CD-4ABC-ABFB-67756935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5BA75-C256-451E-9965-A6E09B91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73bb2d1ae45f2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66187-AE9B-4D09-83A7-8077B3DE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35C7B-0CF8-4C33-9FAF-2E457677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268A3-F4E0-454C-BEF0-6A9CC774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Find 389 + 280. Show a place-value method and a different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76E9F-BB37-4EFA-9CE6-47FE4CE0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4434748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69236-1E0C-4C48-B345-D953398D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4F168-8EE2-4027-95B7-F9836180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5ecfa9ec74d6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66B16-6644-4757-A59E-E2640737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B130F-6EB8-4A56-B1AA-03421FDE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766CB-9BFC-4360-8CDD-43736E0D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Find 578 − 352. Show a place-value method and a different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50119-EDB2-426F-9168-BE16936A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5200098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48B41-E777-436E-B7DB-74BB2E31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89921-8B07-40B8-BC37-D4C78115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8269229fe4b99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009A2-F86F-4323-8239-9D5F1C74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42D52-10D9-4B22-8C2A-6B8D3774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1EA1A-45F2-45F3-BB2E-6561A606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Find 428 + 337. Show a place-value method and a different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D2040-275A-452B-82EB-16B56C84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1562422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0E6A9-D28D-4BAB-BC89-42E0DDB5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67B31-3AC3-403C-8057-9225BDC7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ebf71345d40d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6EB9A-B322-4B1C-8001-40C384D5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BD576-BAB5-4E51-A226-013F37F1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934D3-1D6E-4B85-A350-8F216E76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1. 403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2. 154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3. 669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4. 226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3C756-46B5-4EDE-B01B-E8CAE732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765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111598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2026-09-15T01:31:12.9570000Z</dcterms:created>
  <dcterms:modified xsi:type="dcterms:W3CDTF">2026-09-15T01:31:12.9570000Z</dcterms:modified>
</coreProperties>
</file>