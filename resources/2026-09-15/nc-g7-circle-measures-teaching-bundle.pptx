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6cbc1b1e1d4e87" /><Relationship Type="http://schemas.openxmlformats.org/officeDocument/2006/relationships/extended-properties" Target="/docProps/app.xml" Id="Rf47f1820038341a9" /><Relationship Type="http://schemas.openxmlformats.org/officeDocument/2006/relationships/officeDocument" Target="/ppt/presentation.xml" Id="R7976ab7760c642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59ffd843de4afd"/>
  </p:sldMasterIdLst>
  <p:notesMasterIdLst>
    <p:notesMasterId xmlns:r="http://schemas.openxmlformats.org/officeDocument/2006/relationships" r:id="Re7901b15713a4882"/>
  </p:notesMasterIdLst>
  <p:sldIdLst>
    <p:sldId xmlns:r="http://schemas.openxmlformats.org/officeDocument/2006/relationships" id="256" r:id="Rdcee7555e3904e06"/>
    <p:sldId xmlns:r="http://schemas.openxmlformats.org/officeDocument/2006/relationships" id="257" r:id="Rdebb8c45cd6f4d43"/>
    <p:sldId xmlns:r="http://schemas.openxmlformats.org/officeDocument/2006/relationships" id="258" r:id="R57518131e5a74e40"/>
    <p:sldId xmlns:r="http://schemas.openxmlformats.org/officeDocument/2006/relationships" id="259" r:id="R723cad0877084827"/>
    <p:sldId xmlns:r="http://schemas.openxmlformats.org/officeDocument/2006/relationships" id="260" r:id="Rbf73b0f757b4407e"/>
    <p:sldId xmlns:r="http://schemas.openxmlformats.org/officeDocument/2006/relationships" id="261" r:id="R19a5ded3f5a84591"/>
    <p:sldId xmlns:r="http://schemas.openxmlformats.org/officeDocument/2006/relationships" id="262" r:id="R1442898bfc0a40e3"/>
    <p:sldId xmlns:r="http://schemas.openxmlformats.org/officeDocument/2006/relationships" id="263" r:id="R78e86f7cc3dd4a6c"/>
    <p:sldId xmlns:r="http://schemas.openxmlformats.org/officeDocument/2006/relationships" id="264" r:id="R4508007316a84633"/>
    <p:sldId xmlns:r="http://schemas.openxmlformats.org/officeDocument/2006/relationships" id="265" r:id="R6633c046ca694d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afd8480ee74f97" /><Relationship Type="http://schemas.openxmlformats.org/officeDocument/2006/relationships/slideMaster" Target="/ppt/slideMasters/slideMaster1.xml" Id="R3759ffd843de4afd" /><Relationship Type="http://schemas.openxmlformats.org/officeDocument/2006/relationships/notesMaster" Target="/ppt/notesMasters/notesMaster1.xml" Id="Re7901b15713a4882" /><Relationship Type="http://schemas.openxmlformats.org/officeDocument/2006/relationships/presProps" Target="/ppt/presProps.xml" Id="Rb31a55408e5c4e09" /><Relationship Type="http://schemas.openxmlformats.org/officeDocument/2006/relationships/tableStyles" Target="/ppt/tableStyles.xml" Id="R0708b7e23c37470a" /><Relationship Type="http://schemas.openxmlformats.org/officeDocument/2006/relationships/slide" Target="/ppt/slides/slide1.xml" Id="Rdcee7555e3904e06" /><Relationship Type="http://schemas.openxmlformats.org/officeDocument/2006/relationships/slide" Target="/ppt/slides/slide2.xml" Id="Rdebb8c45cd6f4d43" /><Relationship Type="http://schemas.openxmlformats.org/officeDocument/2006/relationships/slide" Target="/ppt/slides/slide3.xml" Id="R57518131e5a74e40" /><Relationship Type="http://schemas.openxmlformats.org/officeDocument/2006/relationships/slide" Target="/ppt/slides/slide4.xml" Id="R723cad0877084827" /><Relationship Type="http://schemas.openxmlformats.org/officeDocument/2006/relationships/slide" Target="/ppt/slides/slide5.xml" Id="Rbf73b0f757b4407e" /><Relationship Type="http://schemas.openxmlformats.org/officeDocument/2006/relationships/slide" Target="/ppt/slides/slide6.xml" Id="R19a5ded3f5a84591" /><Relationship Type="http://schemas.openxmlformats.org/officeDocument/2006/relationships/slide" Target="/ppt/slides/slide7.xml" Id="R1442898bfc0a40e3" /><Relationship Type="http://schemas.openxmlformats.org/officeDocument/2006/relationships/slide" Target="/ppt/slides/slide8.xml" Id="R78e86f7cc3dd4a6c" /><Relationship Type="http://schemas.openxmlformats.org/officeDocument/2006/relationships/slide" Target="/ppt/slides/slide9.xml" Id="R4508007316a84633" /><Relationship Type="http://schemas.openxmlformats.org/officeDocument/2006/relationships/slide" Target="/ppt/slides/slide10.xml" Id="R6633c046ca694d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cace838a0445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4ef9c43eee4296" /><Relationship Type="http://schemas.openxmlformats.org/officeDocument/2006/relationships/notesMaster" Target="/ppt/notesMasters/notesMaster1.xml" Id="Re03a9ab3666e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83a296784487d" /><Relationship Type="http://schemas.openxmlformats.org/officeDocument/2006/relationships/notesMaster" Target="/ppt/notesMasters/notesMaster1.xml" Id="R64f9c3dfbbe54d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64053bb7604af7" /><Relationship Type="http://schemas.openxmlformats.org/officeDocument/2006/relationships/notesMaster" Target="/ppt/notesMasters/notesMaster1.xml" Id="R5f3ccd171e9b4b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18b94540994418" /><Relationship Type="http://schemas.openxmlformats.org/officeDocument/2006/relationships/notesMaster" Target="/ppt/notesMasters/notesMaster1.xml" Id="R576a7d9f359248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3d4641338342fd" /><Relationship Type="http://schemas.openxmlformats.org/officeDocument/2006/relationships/notesMaster" Target="/ppt/notesMasters/notesMaster1.xml" Id="R8e7b25dbcf284c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447110d3324c5f" /><Relationship Type="http://schemas.openxmlformats.org/officeDocument/2006/relationships/notesMaster" Target="/ppt/notesMasters/notesMaster1.xml" Id="R8d0f115d2ca24c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0a7d6bd2074d83" /><Relationship Type="http://schemas.openxmlformats.org/officeDocument/2006/relationships/notesMaster" Target="/ppt/notesMasters/notesMaster1.xml" Id="Rc9e9427d78b54e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7521d06ddb45c4" /><Relationship Type="http://schemas.openxmlformats.org/officeDocument/2006/relationships/notesMaster" Target="/ppt/notesMasters/notesMaster1.xml" Id="R7c31300529c942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582938d05e482c" /><Relationship Type="http://schemas.openxmlformats.org/officeDocument/2006/relationships/notesMaster" Target="/ppt/notesMasters/notesMaster1.xml" Id="Rcc80b29463ff44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8f370ee3cf41fa" /><Relationship Type="http://schemas.openxmlformats.org/officeDocument/2006/relationships/notesMaster" Target="/ppt/notesMasters/notesMaster1.xml" Id="Rcebd48ccb98447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Distinguish circumference and circle area. Standard: NC.7.G.4.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Label radius and diameter first. Use C = 2πr for the border and A = πr² for the interior.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d = 2(6) = 12. C = 2π(6) = 12π ≈ 37.68 cm. A = π(6)² = 36π ≈ 113.04 cm².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d = 2(9) = 18. C = 2π(9) = 18π ≈ 56.52 cm. A = π(9)² = 81π ≈ 254.34 cm².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d = 2(8) = 16. C = 2π(8) = 16π ≈ 50.24 cm. A = π(8)² = 64π ≈ 200.96 cm².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d = 2(5) = 10. C = 2π(5) = 10π ≈ 31.40 cm. A = π(5)² = 25π ≈ 78.50 cm².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d = 2(8) = 16. C = 2π(8) = 16π ≈ 50.24 cm. A = π(8)² = 64π ≈ 200.96 cm².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d = 2(6) = 12. C = 2π(6) = 12π ≈ 37.68 cm. A = π(6)² = 36π ≈ 113.04 cm².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d = 2(9) = 18. C = 2π(9) = 18π ≈ 56.52 cm. A = π(9)² = 81π ≈ 254.34 cm².</a:t>
            </a:r>
          </a:p>
          <a:p xmlns:a="http://schemas.openxmlformats.org/drawingml/2006/main">
            <a:r>
              <a:t>2. d = 2(8) = 16. C = 2π(8) = 16π ≈ 50.24 cm. A = π(8)² = 64π ≈ 200.96 cm².</a:t>
            </a:r>
          </a:p>
          <a:p xmlns:a="http://schemas.openxmlformats.org/drawingml/2006/main">
            <a:r>
              <a:t>3. d = 2(5) = 10. C = 2π(5) = 10π ≈ 31.40 cm. A = π(5)² = 25π ≈ 78.50 cm².</a:t>
            </a:r>
          </a:p>
          <a:p xmlns:a="http://schemas.openxmlformats.org/drawingml/2006/main">
            <a:r>
              <a:t>4. d = 2(8) = 16. C = 2π(8) = 16π ≈ 50.24 cm. A = π(8)² = 64π ≈ 200.96 cm².</a:t>
            </a:r>
          </a:p>
          <a:p xmlns:a="http://schemas.openxmlformats.org/drawingml/2006/main">
            <a:r>
              <a:t>Exit: d = 2(6) = 12. C = 2π(6) = 12π ≈ 37.68 cm. A = π(6)² = 36π ≈ 113.04 cm².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d7cfeb1254e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9c659350c04107" /><Relationship Type="http://schemas.openxmlformats.org/officeDocument/2006/relationships/slideLayout" Target="/ppt/slideLayouts/slideLayout1.xml" Id="R338fe4e098c840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8fe4e098c840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5b2282e0041d1" /><Relationship Type="http://schemas.openxmlformats.org/officeDocument/2006/relationships/image" Target="/ppt/media/image.png" Id="R98236000e1fd475c" /><Relationship Type="http://schemas.openxmlformats.org/officeDocument/2006/relationships/image" Target="/ppt/media/image2.png" Id="R1bf08b4d7d4d4495" /><Relationship Type="http://schemas.openxmlformats.org/officeDocument/2006/relationships/notesSlide" Target="/ppt/notesSlides/notesSlide1.xml" Id="Rc3ea73626ad147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de6748ae243b3" /><Relationship Type="http://schemas.openxmlformats.org/officeDocument/2006/relationships/image" Target="/ppt/media/image3.png" Id="Rbe6f5e1d92f446f5" /><Relationship Type="http://schemas.openxmlformats.org/officeDocument/2006/relationships/notesSlide" Target="/ppt/notesSlides/notesSlide2.xml" Id="R4ab867782a8343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c3dd08a2a4c99" /><Relationship Type="http://schemas.openxmlformats.org/officeDocument/2006/relationships/image" Target="/ppt/media/image4.png" Id="R8db039428ed94d43" /><Relationship Type="http://schemas.openxmlformats.org/officeDocument/2006/relationships/notesSlide" Target="/ppt/notesSlides/notesSlide3.xml" Id="Rf6028cfc9e5c4f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b31a3f10a4ea3" /><Relationship Type="http://schemas.openxmlformats.org/officeDocument/2006/relationships/image" Target="/ppt/media/image5.png" Id="R3f092b63a38a4bfc" /><Relationship Type="http://schemas.openxmlformats.org/officeDocument/2006/relationships/notesSlide" Target="/ppt/notesSlides/notesSlide4.xml" Id="R153d0628eb944b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0eb9d18964547" /><Relationship Type="http://schemas.openxmlformats.org/officeDocument/2006/relationships/image" Target="/ppt/media/image6.png" Id="Rd657e7d434ac475a" /><Relationship Type="http://schemas.openxmlformats.org/officeDocument/2006/relationships/notesSlide" Target="/ppt/notesSlides/notesSlide5.xml" Id="R55db3bd40e3c4c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219c71b2e4e2d" /><Relationship Type="http://schemas.openxmlformats.org/officeDocument/2006/relationships/image" Target="/ppt/media/image7.png" Id="Rc4a76f7f5bb54250" /><Relationship Type="http://schemas.openxmlformats.org/officeDocument/2006/relationships/notesSlide" Target="/ppt/notesSlides/notesSlide6.xml" Id="Rfa51c9ea742347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34059b46f48a5" /><Relationship Type="http://schemas.openxmlformats.org/officeDocument/2006/relationships/image" Target="/ppt/media/image8.png" Id="R2056c3017d74406a" /><Relationship Type="http://schemas.openxmlformats.org/officeDocument/2006/relationships/notesSlide" Target="/ppt/notesSlides/notesSlide7.xml" Id="R960b2505784445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e364caf5c420c" /><Relationship Type="http://schemas.openxmlformats.org/officeDocument/2006/relationships/image" Target="/ppt/media/image9.png" Id="R436cca1f28ec441d" /><Relationship Type="http://schemas.openxmlformats.org/officeDocument/2006/relationships/notesSlide" Target="/ppt/notesSlides/notesSlide8.xml" Id="R1daf05c26bf444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66d3c100a486a" /><Relationship Type="http://schemas.openxmlformats.org/officeDocument/2006/relationships/image" Target="/ppt/media/image10.png" Id="R9fb50a46e2f84b82" /><Relationship Type="http://schemas.openxmlformats.org/officeDocument/2006/relationships/notesSlide" Target="/ppt/notesSlides/notesSlide9.xml" Id="R1e13fd67bd8047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a4c39e8144516" /><Relationship Type="http://schemas.openxmlformats.org/officeDocument/2006/relationships/image" Target="/ppt/media/image11.png" Id="R2c2f809d910c4b1c" /><Relationship Type="http://schemas.openxmlformats.org/officeDocument/2006/relationships/notesSlide" Target="/ppt/notesSlides/notesSlide10.xml" Id="R148d89bd74df43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BF5D2-31FD-44EA-9984-04CEE71F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7D751-D9DC-4214-9680-34F59A00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Radius, Border, and Circle Area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36000e1fd475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8ABBC-E05A-4B62-A252-7409264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6CD32-865A-4C18-96C0-BE4FFB1B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08b4d7d4d4495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E97B5-E99E-4E8E-A7A3-593A49B7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7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NC.7.G.4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A101C-0E4A-411E-8E7D-3DDC53E5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Distinguish circumference and circle area.</a:t>
            </a:r>
          </a:p>
        </p:txBody>
      </p:sp>
    </p:spTree>
    <p:extLst>
      <p:ext uri="{BB962C8B-B14F-4D97-AF65-F5344CB8AC3E}">
        <p14:creationId xmlns:p14="http://schemas.microsoft.com/office/powerpoint/2010/main" val="908595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BC482-DAA4-4D28-B3C7-D8556405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490C9-73B1-4F12-B6E1-5679F8E8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f5e1d92f446f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12ECE-1FE7-45C8-BC20-C531A816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A1405-A68B-47A9-9196-358E6BC5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CDE94-B996-4A54-81E7-53F45B61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724569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69BFC-50BE-44A2-994D-BEA89FFF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5E6D0-348F-4B77-BCDA-BC568A21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039428ed94d4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0D5EC-1024-4413-8C31-B23971AD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09D99-6081-4926-A099-AB5E4AAF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4C52A-F4F8-4E2B-A39A-78EBEE33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circular sign has radius 5 cm. Find its diameter, circumference, and area. Give exact answers using π, then approximate with π = 3.14.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89383-D3D1-4D2A-8976-B8D1AB87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 = 2(5) = 10. C = 2π(5) = 10π ≈ 31.40 cm. A = π(5)² = 25π ≈ 78.50 cm².</a:t>
            </a:r>
          </a:p>
        </p:txBody>
      </p:sp>
    </p:spTree>
    <p:extLst>
      <p:ext uri="{BB962C8B-B14F-4D97-AF65-F5344CB8AC3E}">
        <p14:creationId xmlns:p14="http://schemas.microsoft.com/office/powerpoint/2010/main" val="610198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126EB-46D4-4096-9E99-1CE7B66F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983E4-8B4E-49E3-8B4D-508DD92F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92b63a38a4bf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3BBD7-99E4-45F8-92D3-5FDAF794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96024-B6C3-4E6A-AF23-BCBD766F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EC32D-4AD4-41DF-9067-DB1F8325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circular sign has radius 6 cm. Find its diameter, circumference, and area. Give exact answers using π, then approximate with π = 3.14.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08A72-414F-46AC-809F-75B88749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35073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83E59-63AA-47DE-B5BD-B6BEB8B6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DAF80-9C0E-4ED7-8EBA-EEF9C4D1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7e7d434ac475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31E3A-5311-43AF-A0B8-CED6C3D2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47EA6-D77C-4E73-B588-DBEAC58A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CC346-9BB6-45CE-9251-46C213B7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circular sign has radius 9 cm. Find its diameter, circumference, and area. Give exact answers using π, then approximate with π = 3.14.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697B1-522E-40DE-83EE-93326873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798973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F9CBC-5FF1-4567-ABDC-D2669DA3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C4792-7B6B-42E0-9AD1-F7E2400F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76f7f5bb5425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E7BCE-8E4C-4798-B3CD-D7B92C0A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71BB2-49F9-47F7-A55C-B28192B6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D5BFD-9263-402B-A772-B214C9CA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circular sign has radius 8 cm. Find its diameter, circumference, and area. Give exact answers using π, then approximate with π = 3.14.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B7030-A8EC-4188-AFF9-EE930F76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903414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81F7F-E193-4929-B6E2-0BED7A79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5B6CA-2456-4964-9367-6DE853B1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6c3017d74406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56D5B-F8B9-4491-8F45-63D98DD4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A7584-8424-4D5A-8CC3-13721CAB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B00D8-4628-4E2F-80B4-0F3EE91B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circular sign has radius 5 cm. Find its diameter, circumference, and area. Give exact answers using π, then approximate with π = 3.14.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C3B21-BF7C-4D7C-BC92-5A6986FB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660356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78646-67FE-4617-90B9-7F02C613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7EB4E-E6C7-48EE-8D78-50408E66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cca1f28ec441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2988E-20FA-43AD-8141-221375C6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ED9BB-888B-4B50-B737-BCEC6685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6CFE6-99BC-465F-A62A-E2922F54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circular sign has radius 8 cm. Find its diameter, circumference, and area. Give exact answers using π, then approximate with π = 3.14.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26F7C-9CF6-423A-80BF-841161AF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1923948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CA5A0-27AB-4479-81C8-FC764E36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82176-C5A4-445D-BC95-82CCCBB6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50a46e2f84b8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D6419-8B2E-44C9-B219-36B2D30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E354B-ADC8-42FB-B7FF-143C6C2E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A12B7-9B93-403A-8C25-EB19BADE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circular sign has radius 6 cm. Find its diameter, circumference, and area. Give exact answers using π, then approximate with π = 3.14.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C9677-BBCA-469E-A682-B0FF8FA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2070932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92552-B816-4489-8AE3-9526E89F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BFE53-D074-4B50-B962-A7CF111A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f809d910c4b1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732C4-07BD-433D-9FC4-C5C0AC52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8EB4E-4B85-4EF4-8B5F-2A2A017C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1131D-771C-403C-A514-8F74E9C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18 cm; 18π cm; 81π cm²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16 cm; 16π cm; 64π cm²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10 cm; 10π cm; 25π cm²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16 cm; 16π cm; 64π cm²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B23B9-2DA9-425D-8700-0508273C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12 cm; 12π cm; 36π cm²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2033433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2026-09-15T01:32:27.7600000Z</dcterms:created>
  <dcterms:modified xsi:type="dcterms:W3CDTF">2026-09-15T01:32:27.7600000Z</dcterms:modified>
</coreProperties>
</file>