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ff077c1e154680" /><Relationship Type="http://schemas.openxmlformats.org/officeDocument/2006/relationships/extended-properties" Target="/docProps/app.xml" Id="Rfe02dd09e14d4ed2" /><Relationship Type="http://schemas.openxmlformats.org/officeDocument/2006/relationships/officeDocument" Target="/ppt/presentation.xml" Id="Rf2ac9d4c61c44f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ef79a0b53f4e83"/>
  </p:sldMasterIdLst>
  <p:notesMasterIdLst>
    <p:notesMasterId xmlns:r="http://schemas.openxmlformats.org/officeDocument/2006/relationships" r:id="R0417ce357e3c4a32"/>
  </p:notesMasterIdLst>
  <p:sldIdLst>
    <p:sldId xmlns:r="http://schemas.openxmlformats.org/officeDocument/2006/relationships" id="256" r:id="R964952da612b4b1c"/>
    <p:sldId xmlns:r="http://schemas.openxmlformats.org/officeDocument/2006/relationships" id="257" r:id="R1f7c61922dc6499a"/>
    <p:sldId xmlns:r="http://schemas.openxmlformats.org/officeDocument/2006/relationships" id="258" r:id="R0bfa574035a746da"/>
    <p:sldId xmlns:r="http://schemas.openxmlformats.org/officeDocument/2006/relationships" id="259" r:id="R05b6187945864c41"/>
    <p:sldId xmlns:r="http://schemas.openxmlformats.org/officeDocument/2006/relationships" id="260" r:id="R72f49091a22d487c"/>
    <p:sldId xmlns:r="http://schemas.openxmlformats.org/officeDocument/2006/relationships" id="261" r:id="R457a6969d2f04876"/>
    <p:sldId xmlns:r="http://schemas.openxmlformats.org/officeDocument/2006/relationships" id="262" r:id="R162a621595424755"/>
    <p:sldId xmlns:r="http://schemas.openxmlformats.org/officeDocument/2006/relationships" id="263" r:id="R5ab3f9fd529441ae"/>
    <p:sldId xmlns:r="http://schemas.openxmlformats.org/officeDocument/2006/relationships" id="264" r:id="R16ae26f799414cd0"/>
    <p:sldId xmlns:r="http://schemas.openxmlformats.org/officeDocument/2006/relationships" id="265" r:id="Rfc0cf6b2fb594e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fd43eb012b4515" /><Relationship Type="http://schemas.openxmlformats.org/officeDocument/2006/relationships/slideMaster" Target="/ppt/slideMasters/slideMaster1.xml" Id="R2bef79a0b53f4e83" /><Relationship Type="http://schemas.openxmlformats.org/officeDocument/2006/relationships/notesMaster" Target="/ppt/notesMasters/notesMaster1.xml" Id="R0417ce357e3c4a32" /><Relationship Type="http://schemas.openxmlformats.org/officeDocument/2006/relationships/presProps" Target="/ppt/presProps.xml" Id="Ra8c0ff08f0714a0b" /><Relationship Type="http://schemas.openxmlformats.org/officeDocument/2006/relationships/tableStyles" Target="/ppt/tableStyles.xml" Id="R93bec58ba1944d2c" /><Relationship Type="http://schemas.openxmlformats.org/officeDocument/2006/relationships/slide" Target="/ppt/slides/slide1.xml" Id="R964952da612b4b1c" /><Relationship Type="http://schemas.openxmlformats.org/officeDocument/2006/relationships/slide" Target="/ppt/slides/slide2.xml" Id="R1f7c61922dc6499a" /><Relationship Type="http://schemas.openxmlformats.org/officeDocument/2006/relationships/slide" Target="/ppt/slides/slide3.xml" Id="R0bfa574035a746da" /><Relationship Type="http://schemas.openxmlformats.org/officeDocument/2006/relationships/slide" Target="/ppt/slides/slide4.xml" Id="R05b6187945864c41" /><Relationship Type="http://schemas.openxmlformats.org/officeDocument/2006/relationships/slide" Target="/ppt/slides/slide5.xml" Id="R72f49091a22d487c" /><Relationship Type="http://schemas.openxmlformats.org/officeDocument/2006/relationships/slide" Target="/ppt/slides/slide6.xml" Id="R457a6969d2f04876" /><Relationship Type="http://schemas.openxmlformats.org/officeDocument/2006/relationships/slide" Target="/ppt/slides/slide7.xml" Id="R162a621595424755" /><Relationship Type="http://schemas.openxmlformats.org/officeDocument/2006/relationships/slide" Target="/ppt/slides/slide8.xml" Id="R5ab3f9fd529441ae" /><Relationship Type="http://schemas.openxmlformats.org/officeDocument/2006/relationships/slide" Target="/ppt/slides/slide9.xml" Id="R16ae26f799414cd0" /><Relationship Type="http://schemas.openxmlformats.org/officeDocument/2006/relationships/slide" Target="/ppt/slides/slide10.xml" Id="Rfc0cf6b2fb594e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a3354f3f9f44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d3608c7b554360" /><Relationship Type="http://schemas.openxmlformats.org/officeDocument/2006/relationships/notesMaster" Target="/ppt/notesMasters/notesMaster1.xml" Id="Ra537016791a24a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a39fc249ba4a66" /><Relationship Type="http://schemas.openxmlformats.org/officeDocument/2006/relationships/notesMaster" Target="/ppt/notesMasters/notesMaster1.xml" Id="Rca63c32f93a841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2d649153434518" /><Relationship Type="http://schemas.openxmlformats.org/officeDocument/2006/relationships/notesMaster" Target="/ppt/notesMasters/notesMaster1.xml" Id="R0ef7974b05494e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b84543ab9f4313" /><Relationship Type="http://schemas.openxmlformats.org/officeDocument/2006/relationships/notesMaster" Target="/ppt/notesMasters/notesMaster1.xml" Id="Rb043f23aeeb44d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a833a325bb4532" /><Relationship Type="http://schemas.openxmlformats.org/officeDocument/2006/relationships/notesMaster" Target="/ppt/notesMasters/notesMaster1.xml" Id="R44533bf63c8448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e0a21421df4ff4" /><Relationship Type="http://schemas.openxmlformats.org/officeDocument/2006/relationships/notesMaster" Target="/ppt/notesMasters/notesMaster1.xml" Id="R0313552f81bb47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de3fb533c14f1a" /><Relationship Type="http://schemas.openxmlformats.org/officeDocument/2006/relationships/notesMaster" Target="/ppt/notesMasters/notesMaster1.xml" Id="Re4ab4b7520a544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501ecd34c343e5" /><Relationship Type="http://schemas.openxmlformats.org/officeDocument/2006/relationships/notesMaster" Target="/ppt/notesMasters/notesMaster1.xml" Id="R3b33437fc7474d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eade005d5f4cdd" /><Relationship Type="http://schemas.openxmlformats.org/officeDocument/2006/relationships/notesMaster" Target="/ppt/notesMasters/notesMaster1.xml" Id="R449eb2bdce5441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0b9040523a4a33" /><Relationship Type="http://schemas.openxmlformats.org/officeDocument/2006/relationships/notesMaster" Target="/ppt/notesMasters/notesMaster1.xml" Id="R048c3412ff574a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Represent and solve two-step stories. Standard: NC.3.OA.8.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what each operation finds. Solve the first question before using its answer in the second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First 9 × 3 = 27. Then 27 + 4 = 31.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First 3 × 5 = 15. Then 15 − 2 = 13.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First 4 × 5 = 20. Then 20 + 5 = 25.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First 3 × 7 = 21. Then 21 − 3 = 18.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First 3 × 2 = 6. Then 6 + 6 = 12.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First 5 × 3 = 15. Then 15 − 5 = 10.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First 3 × 5 = 15. Then 15 − 2 = 13.</a:t>
            </a:r>
          </a:p>
          <a:p xmlns:a="http://schemas.openxmlformats.org/drawingml/2006/main">
            <a:r>
              <a:t>2. First 4 × 5 = 20. Then 20 + 5 = 25.</a:t>
            </a:r>
          </a:p>
          <a:p xmlns:a="http://schemas.openxmlformats.org/drawingml/2006/main">
            <a:r>
              <a:t>3. First 3 × 7 = 21. Then 21 − 3 = 18.</a:t>
            </a:r>
          </a:p>
          <a:p xmlns:a="http://schemas.openxmlformats.org/drawingml/2006/main">
            <a:r>
              <a:t>4. First 3 × 2 = 6. Then 6 + 6 = 12.</a:t>
            </a:r>
          </a:p>
          <a:p xmlns:a="http://schemas.openxmlformats.org/drawingml/2006/main">
            <a:r>
              <a:t>Exit: First 5 × 3 = 15. Then 15 − 5 = 10.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6d12ce1f541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520d7364684847" /><Relationship Type="http://schemas.openxmlformats.org/officeDocument/2006/relationships/slideLayout" Target="/ppt/slideLayouts/slideLayout1.xml" Id="Ra961a1304dc5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61a1304dc5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8f0bea05e4920" /><Relationship Type="http://schemas.openxmlformats.org/officeDocument/2006/relationships/image" Target="/ppt/media/image.png" Id="R0476d39ad1c44759" /><Relationship Type="http://schemas.openxmlformats.org/officeDocument/2006/relationships/image" Target="/ppt/media/image2.png" Id="R96c86ab21c39414f" /><Relationship Type="http://schemas.openxmlformats.org/officeDocument/2006/relationships/notesSlide" Target="/ppt/notesSlides/notesSlide1.xml" Id="R07f36d3939334e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e5821509145d4" /><Relationship Type="http://schemas.openxmlformats.org/officeDocument/2006/relationships/image" Target="/ppt/media/image3.png" Id="R3a61ab81555549e8" /><Relationship Type="http://schemas.openxmlformats.org/officeDocument/2006/relationships/notesSlide" Target="/ppt/notesSlides/notesSlide2.xml" Id="R647b687dab424b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39f506f844645" /><Relationship Type="http://schemas.openxmlformats.org/officeDocument/2006/relationships/image" Target="/ppt/media/image4.png" Id="R6564b7a4dbb745b9" /><Relationship Type="http://schemas.openxmlformats.org/officeDocument/2006/relationships/notesSlide" Target="/ppt/notesSlides/notesSlide3.xml" Id="R3d1c0258e2bf4f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25475cffc481c" /><Relationship Type="http://schemas.openxmlformats.org/officeDocument/2006/relationships/image" Target="/ppt/media/image5.png" Id="R5512db47176941f0" /><Relationship Type="http://schemas.openxmlformats.org/officeDocument/2006/relationships/notesSlide" Target="/ppt/notesSlides/notesSlide4.xml" Id="Rc43cdd7a229f40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e60ded34940d3" /><Relationship Type="http://schemas.openxmlformats.org/officeDocument/2006/relationships/image" Target="/ppt/media/image6.png" Id="R17d757d287104271" /><Relationship Type="http://schemas.openxmlformats.org/officeDocument/2006/relationships/notesSlide" Target="/ppt/notesSlides/notesSlide5.xml" Id="Ra3bad5afdd664f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58f039a594c77" /><Relationship Type="http://schemas.openxmlformats.org/officeDocument/2006/relationships/image" Target="/ppt/media/image7.png" Id="Rba91330437044553" /><Relationship Type="http://schemas.openxmlformats.org/officeDocument/2006/relationships/notesSlide" Target="/ppt/notesSlides/notesSlide6.xml" Id="R5f294954aac64e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05b9686ca4cdc" /><Relationship Type="http://schemas.openxmlformats.org/officeDocument/2006/relationships/image" Target="/ppt/media/image8.png" Id="Racb00a2e7f21483b" /><Relationship Type="http://schemas.openxmlformats.org/officeDocument/2006/relationships/notesSlide" Target="/ppt/notesSlides/notesSlide7.xml" Id="R8fe532d965364c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bc8f6d76b420c" /><Relationship Type="http://schemas.openxmlformats.org/officeDocument/2006/relationships/image" Target="/ppt/media/image9.png" Id="R62bf603a282b4ecd" /><Relationship Type="http://schemas.openxmlformats.org/officeDocument/2006/relationships/notesSlide" Target="/ppt/notesSlides/notesSlide8.xml" Id="R2a821911a84c4f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861f3b62f4943" /><Relationship Type="http://schemas.openxmlformats.org/officeDocument/2006/relationships/image" Target="/ppt/media/image10.png" Id="Rb7346f092cdb4481" /><Relationship Type="http://schemas.openxmlformats.org/officeDocument/2006/relationships/notesSlide" Target="/ppt/notesSlides/notesSlide9.xml" Id="R505fe81b86bb45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cf7fd1a154a06" /><Relationship Type="http://schemas.openxmlformats.org/officeDocument/2006/relationships/image" Target="/ppt/media/image11.png" Id="R4dd73378e014400c" /><Relationship Type="http://schemas.openxmlformats.org/officeDocument/2006/relationships/notesSlide" Target="/ppt/notesSlides/notesSlide10.xml" Id="Re75c886e87aa4a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9C616-AF89-4175-9A0A-91658811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67B36-C346-4198-9733-C3052F5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Two Decisions, One Story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6d39ad1c4475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D015B-7030-4D21-B4A3-8B435C0A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2BA57-93D5-49AF-A9C0-E5919E97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86ab21c39414f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FFF57-D0B6-48B6-B284-2C5DA015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3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NC.3.OA.8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032D7-8DC0-4C4D-9FB4-84598E1C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Represent and solve two-step stories.</a:t>
            </a:r>
          </a:p>
        </p:txBody>
      </p:sp>
    </p:spTree>
    <p:extLst>
      <p:ext uri="{BB962C8B-B14F-4D97-AF65-F5344CB8AC3E}">
        <p14:creationId xmlns:p14="http://schemas.microsoft.com/office/powerpoint/2010/main" val="3850101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863A3-D87D-4D49-AC41-87AA812C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E8980-2051-4B9C-A5A0-6A9F9E8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1ab81555549e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02E00-5E07-4F90-9F46-39DE68CA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09B39-697E-4E23-893A-F8E96A37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F7DFC-6E80-4AB4-8094-59D2426B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5068585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C64F4-B0CE-413C-9FDF-109D4B1C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B26B5-352D-40C9-87E8-25C9653B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4b7a4dbb745b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D9872-BB6C-43EB-AE67-99541668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F2C95-55A7-40BA-B18B-77F09642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01867-FE1C-4607-A677-475CB4CA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art club has 4 packs of 3 cards and then uses 2 cards. How many cards are there now? Label both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FDD95-14BF-417E-A623-E9B8F60C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First 4 × 3 = 12. Then 12 − 2 = 10.</a:t>
            </a:r>
          </a:p>
        </p:txBody>
      </p:sp>
    </p:spTree>
    <p:extLst>
      <p:ext uri="{BB962C8B-B14F-4D97-AF65-F5344CB8AC3E}">
        <p14:creationId xmlns:p14="http://schemas.microsoft.com/office/powerpoint/2010/main" val="941389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916F5-7061-404A-936C-13F85C70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C4F88-01F7-4BAF-B007-2CAF69C4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2db47176941f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78921-5B65-4F2C-9E01-3D027410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5A34A-2392-49AE-9632-279F8905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3FE59-B985-47FB-A61C-7BA54880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community center has 9 packs of 3 cards and then receives 4 more cards. How many cards are there now? Label both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C2392-2E92-4823-8A77-79793E76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10894584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8CCAB-2705-4357-934D-A7FDEB9D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1C727-7D37-4D26-84F0-9C4661FA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757d28710427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F9EC4-86F5-45BD-9453-A79FEDC4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7F1EB-D7A1-4F50-9B70-59383AF1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3861B-88CC-4C1E-8399-B5880C64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reading group has 3 packs of 5 cards and then uses 2 cards. How many cards are there now? Label both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1A978-80BC-424A-AAB8-36011A78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085021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2BBEE-96FE-45C1-B874-7979BC69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834F4-9275-4C45-83D9-2B149AC5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133043704455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2D731-20EA-42BE-933A-DE28931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99142-3EC3-45AD-AE30-9337CCAF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3E31F-02D1-4E1B-B09A-2CF2960A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design team has 4 packs of 5 cards and then receives 5 more cards. How many cards are there now? Label both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BDCE5-7282-4A05-993A-41FB2A3E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2610868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4AC38-D13A-4355-A2E6-62F8B29E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46566-6CB0-44AA-A6B0-DBFDF65D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00a2e7f21483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86573-ED2E-4FA6-B9C5-17CED31A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807F2-6518-4578-862D-D69CDC88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321F9-45D8-493D-AC93-D7E8113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reading group has 3 packs of 7 cards and then uses 3 cards. How many cards are there now? Label both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4963E-4F65-4B89-B3C9-50EB4FC1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9881105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5F6F2-74AD-42E9-863B-942F7998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5B6B5-CDF2-438A-BB18-D5BA9285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f603a282b4ec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BF7F7-4301-4F84-98D2-8BB53155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06D21-F167-4747-9E89-B7867D8A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D2D47-055F-4BA4-8645-2B730EB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library team has 3 packs of 2 cards and then receives 6 more cards. How many cards are there now? Label both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C89C3-882C-465D-B46D-B2337A02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242304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E54B4-6D68-43E6-B2BC-8B67D912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68A62-D9F6-4EB9-82CC-01A15CF6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46f092cdb448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CDED3-3EEC-45F5-B6C4-9BF897AD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3D15F-6E3F-4658-A4DB-8D3C2EC9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F4A14-1998-44B4-AB00-F7FFE886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design team has 5 packs of 3 cards and then uses 5 cards. How many cards are there now? Label both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68D5E-12D9-4588-BD78-27E25EC6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713608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2C7DE-3AF0-4D09-9673-A8FA6A71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C45AA-1F4E-4C7D-884B-5D82AD54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73378e014400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3FFC0-9A11-4498-A469-93D1ADA6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BF830-A5B9-404E-9D02-F1204D89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6E432-C1E9-4920-A5FC-795733E2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0AAB6-B99A-4A5B-9A2A-EC587225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595777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2026-09-15T01:31:20.6190000Z</dcterms:created>
  <dcterms:modified xsi:type="dcterms:W3CDTF">2026-09-15T01:31:20.6190000Z</dcterms:modified>
</coreProperties>
</file>